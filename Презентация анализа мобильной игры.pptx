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6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 sz="2000">
                <a:solidFill>
                  <a:schemeClr val="tx1"/>
                </a:solidFill>
              </a:rPr>
              <a:t>Динамика</a:t>
            </a:r>
            <a:r>
              <a:rPr lang="ru-RU" sz="2000" baseline="0">
                <a:solidFill>
                  <a:schemeClr val="tx1"/>
                </a:solidFill>
              </a:rPr>
              <a:t> роста пользователей</a:t>
            </a:r>
            <a:endParaRPr lang="ru-RU" sz="200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7"/>
              <c:spPr>
                <a:noFill/>
                <a:ln>
                  <a:noFill/>
                </a:ln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6EE-4E00-BE73-370489A4BF1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запроса'!$A$2:$A$10</c:f>
              <c:numCache>
                <c:formatCode>m/d/yyyy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'Результат запроса'!$B$2:$B$10</c:f>
              <c:numCache>
                <c:formatCode>General</c:formatCode>
                <c:ptCount val="9"/>
                <c:pt idx="0">
                  <c:v>259</c:v>
                </c:pt>
                <c:pt idx="1">
                  <c:v>235</c:v>
                </c:pt>
                <c:pt idx="2">
                  <c:v>258</c:v>
                </c:pt>
                <c:pt idx="3">
                  <c:v>264</c:v>
                </c:pt>
                <c:pt idx="4">
                  <c:v>256</c:v>
                </c:pt>
                <c:pt idx="5">
                  <c:v>256</c:v>
                </c:pt>
                <c:pt idx="6">
                  <c:v>416</c:v>
                </c:pt>
                <c:pt idx="7">
                  <c:v>460</c:v>
                </c:pt>
                <c:pt idx="8">
                  <c:v>691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6EE-4E00-BE73-370489A4BF1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43514048"/>
        <c:axId val="443514704"/>
      </c:lineChart>
      <c:dateAx>
        <c:axId val="44351404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solidFill>
                      <a:schemeClr val="tx1"/>
                    </a:solidFill>
                  </a:rPr>
                  <a:t>Месяц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43514704"/>
        <c:crosses val="autoZero"/>
        <c:auto val="1"/>
        <c:lblOffset val="100"/>
        <c:baseTimeUnit val="months"/>
      </c:dateAx>
      <c:valAx>
        <c:axId val="4435147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solidFill>
                      <a:schemeClr val="tx1"/>
                    </a:solidFill>
                  </a:rPr>
                  <a:t>Количество</a:t>
                </a:r>
                <a:r>
                  <a:rPr lang="ru-RU" baseline="0">
                    <a:solidFill>
                      <a:schemeClr val="tx1"/>
                    </a:solidFill>
                  </a:rPr>
                  <a:t> пользователей</a:t>
                </a:r>
                <a:endParaRPr lang="ru-RU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43514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1800">
                <a:solidFill>
                  <a:schemeClr val="tx1"/>
                </a:solidFill>
              </a:rPr>
              <a:t>Динамика</a:t>
            </a:r>
            <a:r>
              <a:rPr lang="ru-RU" sz="1800" baseline="0">
                <a:solidFill>
                  <a:schemeClr val="tx1"/>
                </a:solidFill>
              </a:rPr>
              <a:t> сессий</a:t>
            </a:r>
            <a:endParaRPr lang="ru-RU" sz="180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36381382541906188"/>
          <c:y val="3.00751879699248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Все сессии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General</c:formatCode>
                <c:ptCount val="10"/>
                <c:pt idx="0">
                  <c:v>1203</c:v>
                </c:pt>
                <c:pt idx="1">
                  <c:v>2209</c:v>
                </c:pt>
                <c:pt idx="2">
                  <c:v>2233</c:v>
                </c:pt>
                <c:pt idx="3">
                  <c:v>2332</c:v>
                </c:pt>
                <c:pt idx="4">
                  <c:v>1688</c:v>
                </c:pt>
                <c:pt idx="5">
                  <c:v>935</c:v>
                </c:pt>
                <c:pt idx="6">
                  <c:v>2426</c:v>
                </c:pt>
                <c:pt idx="7">
                  <c:v>3383</c:v>
                </c:pt>
                <c:pt idx="8">
                  <c:v>5779</c:v>
                </c:pt>
                <c:pt idx="9">
                  <c:v>4973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EBB-4A1D-93F4-12ECE5B6E376}"/>
            </c:ext>
          </c:extLst>
        </c:ser>
        <c:ser>
          <c:idx val="1"/>
          <c:order val="1"/>
          <c:tx>
            <c:strRef>
              <c:f>'Результат запроса'!$C$1</c:f>
              <c:strCache>
                <c:ptCount val="1"/>
                <c:pt idx="0">
                  <c:v>Сессии дольше 5 мин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запроса'!$C$2:$C$11</c:f>
              <c:numCache>
                <c:formatCode>General</c:formatCode>
                <c:ptCount val="10"/>
                <c:pt idx="0">
                  <c:v>919</c:v>
                </c:pt>
                <c:pt idx="1">
                  <c:v>1707</c:v>
                </c:pt>
                <c:pt idx="2">
                  <c:v>1715</c:v>
                </c:pt>
                <c:pt idx="3">
                  <c:v>1809</c:v>
                </c:pt>
                <c:pt idx="4">
                  <c:v>1253</c:v>
                </c:pt>
                <c:pt idx="5">
                  <c:v>612</c:v>
                </c:pt>
                <c:pt idx="6">
                  <c:v>1775</c:v>
                </c:pt>
                <c:pt idx="7">
                  <c:v>2429</c:v>
                </c:pt>
                <c:pt idx="8">
                  <c:v>3895</c:v>
                </c:pt>
                <c:pt idx="9">
                  <c:v>3243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EBB-4A1D-93F4-12ECE5B6E37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40472912"/>
        <c:axId val="440473240"/>
      </c:lineChart>
      <c:dateAx>
        <c:axId val="44047291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solidFill>
                      <a:schemeClr val="tx1"/>
                    </a:solidFill>
                  </a:rPr>
                  <a:t>Месяц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40473240"/>
        <c:crosses val="autoZero"/>
        <c:auto val="1"/>
        <c:lblOffset val="100"/>
        <c:baseTimeUnit val="months"/>
      </c:dateAx>
      <c:valAx>
        <c:axId val="440473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solidFill>
                      <a:schemeClr val="tx1"/>
                    </a:solidFill>
                  </a:rPr>
                  <a:t>Сессии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404729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>
                <a:solidFill>
                  <a:schemeClr val="tx1"/>
                </a:solidFill>
              </a:rPr>
              <a:t>Доля</a:t>
            </a:r>
            <a:r>
              <a:rPr lang="ru-RU" baseline="0">
                <a:solidFill>
                  <a:schemeClr val="tx1"/>
                </a:solidFill>
              </a:rPr>
              <a:t> сессий больше 5 минут</a:t>
            </a:r>
            <a:endParaRPr lang="ru-RU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'Результат запроса'!$D$1</c:f>
              <c:strCache>
                <c:ptCount val="1"/>
                <c:pt idx="0">
                  <c:v>Доля_сессий_больше 5мин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запроса'!$D$2:$D$11</c:f>
              <c:numCache>
                <c:formatCode>0.00%</c:formatCode>
                <c:ptCount val="10"/>
                <c:pt idx="0">
                  <c:v>0.76392352452202827</c:v>
                </c:pt>
                <c:pt idx="1">
                  <c:v>0.77274784970574917</c:v>
                </c:pt>
                <c:pt idx="2">
                  <c:v>0.76802507836990597</c:v>
                </c:pt>
                <c:pt idx="3">
                  <c:v>0.77572898799313894</c:v>
                </c:pt>
                <c:pt idx="4">
                  <c:v>0.74229857819905209</c:v>
                </c:pt>
                <c:pt idx="5">
                  <c:v>0.65454545454545454</c:v>
                </c:pt>
                <c:pt idx="6">
                  <c:v>0.73165704863973624</c:v>
                </c:pt>
                <c:pt idx="7">
                  <c:v>0.71800177357375106</c:v>
                </c:pt>
                <c:pt idx="8">
                  <c:v>0.67399204014535385</c:v>
                </c:pt>
                <c:pt idx="9">
                  <c:v>0.65212145586165293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0F-49C6-98D5-57A077CCA46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559837008"/>
        <c:axId val="559830776"/>
      </c:lineChart>
      <c:dateAx>
        <c:axId val="55983700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solidFill>
                      <a:schemeClr val="tx1"/>
                    </a:solidFill>
                  </a:rPr>
                  <a:t>Месяц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59830776"/>
        <c:crosses val="autoZero"/>
        <c:auto val="1"/>
        <c:lblOffset val="100"/>
        <c:baseTimeUnit val="months"/>
      </c:dateAx>
      <c:valAx>
        <c:axId val="559830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>
                    <a:solidFill>
                      <a:schemeClr val="tx1"/>
                    </a:solidFill>
                  </a:rPr>
                  <a:t>Доля</a:t>
                </a:r>
                <a:r>
                  <a:rPr lang="ru-RU" baseline="0">
                    <a:solidFill>
                      <a:schemeClr val="tx1"/>
                    </a:solidFill>
                  </a:rPr>
                  <a:t> %</a:t>
                </a:r>
                <a:endParaRPr lang="ru-RU">
                  <a:solidFill>
                    <a:schemeClr val="tx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598370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'Результат запроса'!$B$1</c:f>
              <c:strCache>
                <c:ptCount val="1"/>
                <c:pt idx="0">
                  <c:v>Доля сессий долше 1 часа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688A-4788-BC9C-9EF81A5B90B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'Результат запроса'!$A$2:$A$11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'Результат запроса'!$B$2:$B$11</c:f>
              <c:numCache>
                <c:formatCode>0%</c:formatCode>
                <c:ptCount val="10"/>
                <c:pt idx="0">
                  <c:v>0.66811751904243744</c:v>
                </c:pt>
                <c:pt idx="1">
                  <c:v>0.69244288224956063</c:v>
                </c:pt>
                <c:pt idx="2">
                  <c:v>0.69154518950437316</c:v>
                </c:pt>
                <c:pt idx="3">
                  <c:v>0.6843559977888336</c:v>
                </c:pt>
                <c:pt idx="4">
                  <c:v>0.63607342378292098</c:v>
                </c:pt>
                <c:pt idx="5">
                  <c:v>0.56372549019607843</c:v>
                </c:pt>
                <c:pt idx="6">
                  <c:v>0.65014084507042258</c:v>
                </c:pt>
                <c:pt idx="7">
                  <c:v>0.66941128036228903</c:v>
                </c:pt>
                <c:pt idx="8">
                  <c:v>0.6426187419768935</c:v>
                </c:pt>
                <c:pt idx="9">
                  <c:v>0.70027752081406103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88A-4788-BC9C-9EF81A5B90B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443513720"/>
        <c:axId val="440714664"/>
      </c:barChart>
      <c:dateAx>
        <c:axId val="44351372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40714664"/>
        <c:crosses val="autoZero"/>
        <c:auto val="1"/>
        <c:lblOffset val="100"/>
        <c:baseTimeUnit val="months"/>
      </c:dateAx>
      <c:valAx>
        <c:axId val="440714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43513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>
                <a:solidFill>
                  <a:srgbClr val="002060"/>
                </a:solidFill>
              </a:rPr>
              <a:t>График</a:t>
            </a:r>
            <a:r>
              <a:rPr lang="ru-RU" baseline="0" dirty="0">
                <a:solidFill>
                  <a:srgbClr val="002060"/>
                </a:solidFill>
              </a:rPr>
              <a:t> активности пользователей за весь период</a:t>
            </a:r>
            <a:endParaRPr lang="ru-RU" dirty="0">
              <a:solidFill>
                <a:srgbClr val="00206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7.7914217350538717E-2"/>
          <c:y val="0.11839407478939545"/>
          <c:w val="0.85947875216899827"/>
          <c:h val="0.78838806584301724"/>
        </c:manualLayout>
      </c:layout>
      <c:lineChart>
        <c:grouping val="standard"/>
        <c:varyColors val="0"/>
        <c:ser>
          <c:idx val="0"/>
          <c:order val="0"/>
          <c:tx>
            <c:strRef>
              <c:f>'DAUWAUMAU+ГРАФФИК'!$D$1</c:f>
              <c:strCache>
                <c:ptCount val="1"/>
                <c:pt idx="0">
                  <c:v>DAU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'DAUWAUMAU+ГРАФФИК'!$A$2:$A$304</c:f>
              <c:numCache>
                <c:formatCode>General</c:formatCode>
                <c:ptCount val="303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7</c:v>
                </c:pt>
                <c:pt idx="9">
                  <c:v>7</c:v>
                </c:pt>
                <c:pt idx="10">
                  <c:v>7</c:v>
                </c:pt>
                <c:pt idx="11">
                  <c:v>7</c:v>
                </c:pt>
                <c:pt idx="12">
                  <c:v>7</c:v>
                </c:pt>
                <c:pt idx="13">
                  <c:v>7</c:v>
                </c:pt>
                <c:pt idx="14">
                  <c:v>7</c:v>
                </c:pt>
                <c:pt idx="15">
                  <c:v>7</c:v>
                </c:pt>
                <c:pt idx="16">
                  <c:v>7</c:v>
                </c:pt>
                <c:pt idx="17">
                  <c:v>7</c:v>
                </c:pt>
                <c:pt idx="18">
                  <c:v>7</c:v>
                </c:pt>
                <c:pt idx="19">
                  <c:v>7</c:v>
                </c:pt>
                <c:pt idx="20">
                  <c:v>7</c:v>
                </c:pt>
                <c:pt idx="21">
                  <c:v>7</c:v>
                </c:pt>
                <c:pt idx="22">
                  <c:v>7</c:v>
                </c:pt>
                <c:pt idx="23">
                  <c:v>7</c:v>
                </c:pt>
                <c:pt idx="24">
                  <c:v>7</c:v>
                </c:pt>
                <c:pt idx="25">
                  <c:v>7</c:v>
                </c:pt>
                <c:pt idx="26">
                  <c:v>7</c:v>
                </c:pt>
                <c:pt idx="27">
                  <c:v>7</c:v>
                </c:pt>
                <c:pt idx="28">
                  <c:v>7</c:v>
                </c:pt>
                <c:pt idx="29">
                  <c:v>7</c:v>
                </c:pt>
                <c:pt idx="30">
                  <c:v>8</c:v>
                </c:pt>
                <c:pt idx="31">
                  <c:v>8</c:v>
                </c:pt>
                <c:pt idx="32">
                  <c:v>8</c:v>
                </c:pt>
                <c:pt idx="33">
                  <c:v>8</c:v>
                </c:pt>
                <c:pt idx="34">
                  <c:v>8</c:v>
                </c:pt>
                <c:pt idx="35">
                  <c:v>8</c:v>
                </c:pt>
                <c:pt idx="36">
                  <c:v>8</c:v>
                </c:pt>
                <c:pt idx="37">
                  <c:v>8</c:v>
                </c:pt>
                <c:pt idx="38">
                  <c:v>8</c:v>
                </c:pt>
                <c:pt idx="39">
                  <c:v>8</c:v>
                </c:pt>
                <c:pt idx="40">
                  <c:v>8</c:v>
                </c:pt>
                <c:pt idx="41">
                  <c:v>8</c:v>
                </c:pt>
                <c:pt idx="42">
                  <c:v>8</c:v>
                </c:pt>
                <c:pt idx="43">
                  <c:v>8</c:v>
                </c:pt>
                <c:pt idx="44">
                  <c:v>8</c:v>
                </c:pt>
                <c:pt idx="45">
                  <c:v>8</c:v>
                </c:pt>
                <c:pt idx="46">
                  <c:v>8</c:v>
                </c:pt>
                <c:pt idx="47">
                  <c:v>8</c:v>
                </c:pt>
                <c:pt idx="48">
                  <c:v>8</c:v>
                </c:pt>
                <c:pt idx="49">
                  <c:v>8</c:v>
                </c:pt>
                <c:pt idx="50">
                  <c:v>8</c:v>
                </c:pt>
                <c:pt idx="51">
                  <c:v>8</c:v>
                </c:pt>
                <c:pt idx="52">
                  <c:v>8</c:v>
                </c:pt>
                <c:pt idx="53">
                  <c:v>8</c:v>
                </c:pt>
                <c:pt idx="54">
                  <c:v>8</c:v>
                </c:pt>
                <c:pt idx="55">
                  <c:v>8</c:v>
                </c:pt>
                <c:pt idx="56">
                  <c:v>8</c:v>
                </c:pt>
                <c:pt idx="57">
                  <c:v>8</c:v>
                </c:pt>
                <c:pt idx="58">
                  <c:v>8</c:v>
                </c:pt>
                <c:pt idx="59">
                  <c:v>8</c:v>
                </c:pt>
                <c:pt idx="60">
                  <c:v>8</c:v>
                </c:pt>
                <c:pt idx="61">
                  <c:v>9</c:v>
                </c:pt>
                <c:pt idx="62">
                  <c:v>9</c:v>
                </c:pt>
                <c:pt idx="63">
                  <c:v>9</c:v>
                </c:pt>
                <c:pt idx="64">
                  <c:v>9</c:v>
                </c:pt>
                <c:pt idx="65">
                  <c:v>9</c:v>
                </c:pt>
                <c:pt idx="66">
                  <c:v>9</c:v>
                </c:pt>
                <c:pt idx="67">
                  <c:v>9</c:v>
                </c:pt>
                <c:pt idx="68">
                  <c:v>9</c:v>
                </c:pt>
                <c:pt idx="69">
                  <c:v>9</c:v>
                </c:pt>
                <c:pt idx="70">
                  <c:v>9</c:v>
                </c:pt>
                <c:pt idx="71">
                  <c:v>9</c:v>
                </c:pt>
                <c:pt idx="72">
                  <c:v>9</c:v>
                </c:pt>
                <c:pt idx="73">
                  <c:v>9</c:v>
                </c:pt>
                <c:pt idx="74">
                  <c:v>9</c:v>
                </c:pt>
                <c:pt idx="75">
                  <c:v>9</c:v>
                </c:pt>
                <c:pt idx="76">
                  <c:v>9</c:v>
                </c:pt>
                <c:pt idx="77">
                  <c:v>9</c:v>
                </c:pt>
                <c:pt idx="78">
                  <c:v>9</c:v>
                </c:pt>
                <c:pt idx="79">
                  <c:v>9</c:v>
                </c:pt>
                <c:pt idx="80">
                  <c:v>9</c:v>
                </c:pt>
                <c:pt idx="81">
                  <c:v>9</c:v>
                </c:pt>
                <c:pt idx="82">
                  <c:v>9</c:v>
                </c:pt>
                <c:pt idx="83">
                  <c:v>9</c:v>
                </c:pt>
                <c:pt idx="84">
                  <c:v>9</c:v>
                </c:pt>
                <c:pt idx="85">
                  <c:v>9</c:v>
                </c:pt>
                <c:pt idx="86">
                  <c:v>9</c:v>
                </c:pt>
                <c:pt idx="87">
                  <c:v>9</c:v>
                </c:pt>
                <c:pt idx="88">
                  <c:v>9</c:v>
                </c:pt>
                <c:pt idx="89">
                  <c:v>9</c:v>
                </c:pt>
                <c:pt idx="90">
                  <c:v>9</c:v>
                </c:pt>
                <c:pt idx="91">
                  <c:v>10</c:v>
                </c:pt>
                <c:pt idx="92">
                  <c:v>10</c:v>
                </c:pt>
                <c:pt idx="93">
                  <c:v>10</c:v>
                </c:pt>
                <c:pt idx="94">
                  <c:v>10</c:v>
                </c:pt>
                <c:pt idx="95">
                  <c:v>10</c:v>
                </c:pt>
                <c:pt idx="96">
                  <c:v>10</c:v>
                </c:pt>
                <c:pt idx="97">
                  <c:v>10</c:v>
                </c:pt>
                <c:pt idx="98">
                  <c:v>10</c:v>
                </c:pt>
                <c:pt idx="99">
                  <c:v>10</c:v>
                </c:pt>
                <c:pt idx="100">
                  <c:v>10</c:v>
                </c:pt>
                <c:pt idx="101">
                  <c:v>10</c:v>
                </c:pt>
                <c:pt idx="102">
                  <c:v>10</c:v>
                </c:pt>
                <c:pt idx="103">
                  <c:v>10</c:v>
                </c:pt>
                <c:pt idx="104">
                  <c:v>10</c:v>
                </c:pt>
                <c:pt idx="105">
                  <c:v>10</c:v>
                </c:pt>
                <c:pt idx="106">
                  <c:v>10</c:v>
                </c:pt>
                <c:pt idx="107">
                  <c:v>10</c:v>
                </c:pt>
                <c:pt idx="108">
                  <c:v>10</c:v>
                </c:pt>
                <c:pt idx="109">
                  <c:v>10</c:v>
                </c:pt>
                <c:pt idx="110">
                  <c:v>10</c:v>
                </c:pt>
                <c:pt idx="111">
                  <c:v>10</c:v>
                </c:pt>
                <c:pt idx="112">
                  <c:v>10</c:v>
                </c:pt>
                <c:pt idx="113">
                  <c:v>10</c:v>
                </c:pt>
                <c:pt idx="114">
                  <c:v>10</c:v>
                </c:pt>
                <c:pt idx="115">
                  <c:v>10</c:v>
                </c:pt>
                <c:pt idx="116">
                  <c:v>10</c:v>
                </c:pt>
                <c:pt idx="117">
                  <c:v>10</c:v>
                </c:pt>
                <c:pt idx="118">
                  <c:v>10</c:v>
                </c:pt>
                <c:pt idx="119">
                  <c:v>10</c:v>
                </c:pt>
                <c:pt idx="120">
                  <c:v>10</c:v>
                </c:pt>
                <c:pt idx="121">
                  <c:v>10</c:v>
                </c:pt>
                <c:pt idx="122">
                  <c:v>11</c:v>
                </c:pt>
                <c:pt idx="123">
                  <c:v>11</c:v>
                </c:pt>
                <c:pt idx="124">
                  <c:v>11</c:v>
                </c:pt>
                <c:pt idx="125">
                  <c:v>11</c:v>
                </c:pt>
                <c:pt idx="126">
                  <c:v>11</c:v>
                </c:pt>
                <c:pt idx="127">
                  <c:v>11</c:v>
                </c:pt>
                <c:pt idx="128">
                  <c:v>11</c:v>
                </c:pt>
                <c:pt idx="129">
                  <c:v>11</c:v>
                </c:pt>
                <c:pt idx="130">
                  <c:v>11</c:v>
                </c:pt>
                <c:pt idx="131">
                  <c:v>11</c:v>
                </c:pt>
                <c:pt idx="132">
                  <c:v>11</c:v>
                </c:pt>
                <c:pt idx="133">
                  <c:v>11</c:v>
                </c:pt>
                <c:pt idx="134">
                  <c:v>11</c:v>
                </c:pt>
                <c:pt idx="135">
                  <c:v>11</c:v>
                </c:pt>
                <c:pt idx="136">
                  <c:v>11</c:v>
                </c:pt>
                <c:pt idx="137">
                  <c:v>11</c:v>
                </c:pt>
                <c:pt idx="138">
                  <c:v>11</c:v>
                </c:pt>
                <c:pt idx="139">
                  <c:v>11</c:v>
                </c:pt>
                <c:pt idx="140">
                  <c:v>11</c:v>
                </c:pt>
                <c:pt idx="141">
                  <c:v>11</c:v>
                </c:pt>
                <c:pt idx="142">
                  <c:v>11</c:v>
                </c:pt>
                <c:pt idx="143">
                  <c:v>11</c:v>
                </c:pt>
                <c:pt idx="144">
                  <c:v>11</c:v>
                </c:pt>
                <c:pt idx="145">
                  <c:v>11</c:v>
                </c:pt>
                <c:pt idx="146">
                  <c:v>11</c:v>
                </c:pt>
                <c:pt idx="147">
                  <c:v>11</c:v>
                </c:pt>
                <c:pt idx="148">
                  <c:v>11</c:v>
                </c:pt>
                <c:pt idx="149">
                  <c:v>11</c:v>
                </c:pt>
                <c:pt idx="150">
                  <c:v>11</c:v>
                </c:pt>
                <c:pt idx="151">
                  <c:v>11</c:v>
                </c:pt>
                <c:pt idx="152">
                  <c:v>12</c:v>
                </c:pt>
                <c:pt idx="153">
                  <c:v>12</c:v>
                </c:pt>
                <c:pt idx="154">
                  <c:v>12</c:v>
                </c:pt>
                <c:pt idx="155">
                  <c:v>12</c:v>
                </c:pt>
                <c:pt idx="156">
                  <c:v>12</c:v>
                </c:pt>
                <c:pt idx="157">
                  <c:v>12</c:v>
                </c:pt>
                <c:pt idx="158">
                  <c:v>12</c:v>
                </c:pt>
                <c:pt idx="159">
                  <c:v>12</c:v>
                </c:pt>
                <c:pt idx="160">
                  <c:v>12</c:v>
                </c:pt>
                <c:pt idx="161">
                  <c:v>12</c:v>
                </c:pt>
                <c:pt idx="162">
                  <c:v>12</c:v>
                </c:pt>
                <c:pt idx="163">
                  <c:v>12</c:v>
                </c:pt>
                <c:pt idx="164">
                  <c:v>12</c:v>
                </c:pt>
                <c:pt idx="165">
                  <c:v>12</c:v>
                </c:pt>
                <c:pt idx="166">
                  <c:v>12</c:v>
                </c:pt>
                <c:pt idx="167">
                  <c:v>12</c:v>
                </c:pt>
                <c:pt idx="168">
                  <c:v>12</c:v>
                </c:pt>
                <c:pt idx="169">
                  <c:v>12</c:v>
                </c:pt>
                <c:pt idx="170">
                  <c:v>12</c:v>
                </c:pt>
                <c:pt idx="171">
                  <c:v>12</c:v>
                </c:pt>
                <c:pt idx="172">
                  <c:v>12</c:v>
                </c:pt>
                <c:pt idx="173">
                  <c:v>12</c:v>
                </c:pt>
                <c:pt idx="174">
                  <c:v>12</c:v>
                </c:pt>
                <c:pt idx="175">
                  <c:v>12</c:v>
                </c:pt>
                <c:pt idx="176">
                  <c:v>12</c:v>
                </c:pt>
                <c:pt idx="177">
                  <c:v>12</c:v>
                </c:pt>
                <c:pt idx="178">
                  <c:v>12</c:v>
                </c:pt>
                <c:pt idx="179">
                  <c:v>12</c:v>
                </c:pt>
                <c:pt idx="180">
                  <c:v>12</c:v>
                </c:pt>
                <c:pt idx="181">
                  <c:v>12</c:v>
                </c:pt>
                <c:pt idx="182">
                  <c:v>12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1</c:v>
                </c:pt>
                <c:pt idx="203">
                  <c:v>1</c:v>
                </c:pt>
                <c:pt idx="204">
                  <c:v>1</c:v>
                </c:pt>
                <c:pt idx="205">
                  <c:v>1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2</c:v>
                </c:pt>
                <c:pt idx="215">
                  <c:v>2</c:v>
                </c:pt>
                <c:pt idx="216">
                  <c:v>2</c:v>
                </c:pt>
                <c:pt idx="217">
                  <c:v>2</c:v>
                </c:pt>
                <c:pt idx="218">
                  <c:v>2</c:v>
                </c:pt>
                <c:pt idx="219">
                  <c:v>2</c:v>
                </c:pt>
                <c:pt idx="220">
                  <c:v>2</c:v>
                </c:pt>
                <c:pt idx="221">
                  <c:v>2</c:v>
                </c:pt>
                <c:pt idx="222">
                  <c:v>2</c:v>
                </c:pt>
                <c:pt idx="223">
                  <c:v>2</c:v>
                </c:pt>
                <c:pt idx="224">
                  <c:v>2</c:v>
                </c:pt>
                <c:pt idx="225">
                  <c:v>2</c:v>
                </c:pt>
                <c:pt idx="226">
                  <c:v>2</c:v>
                </c:pt>
                <c:pt idx="227">
                  <c:v>2</c:v>
                </c:pt>
                <c:pt idx="228">
                  <c:v>2</c:v>
                </c:pt>
                <c:pt idx="229">
                  <c:v>2</c:v>
                </c:pt>
                <c:pt idx="230">
                  <c:v>2</c:v>
                </c:pt>
                <c:pt idx="231">
                  <c:v>2</c:v>
                </c:pt>
                <c:pt idx="232">
                  <c:v>2</c:v>
                </c:pt>
                <c:pt idx="233">
                  <c:v>2</c:v>
                </c:pt>
                <c:pt idx="234">
                  <c:v>2</c:v>
                </c:pt>
                <c:pt idx="235">
                  <c:v>2</c:v>
                </c:pt>
                <c:pt idx="236">
                  <c:v>2</c:v>
                </c:pt>
                <c:pt idx="237">
                  <c:v>2</c:v>
                </c:pt>
                <c:pt idx="238">
                  <c:v>2</c:v>
                </c:pt>
                <c:pt idx="239">
                  <c:v>2</c:v>
                </c:pt>
                <c:pt idx="240">
                  <c:v>2</c:v>
                </c:pt>
                <c:pt idx="241">
                  <c:v>2</c:v>
                </c:pt>
                <c:pt idx="242">
                  <c:v>3</c:v>
                </c:pt>
                <c:pt idx="243">
                  <c:v>3</c:v>
                </c:pt>
                <c:pt idx="244">
                  <c:v>3</c:v>
                </c:pt>
                <c:pt idx="245">
                  <c:v>3</c:v>
                </c:pt>
                <c:pt idx="246">
                  <c:v>3</c:v>
                </c:pt>
                <c:pt idx="247">
                  <c:v>3</c:v>
                </c:pt>
                <c:pt idx="248">
                  <c:v>3</c:v>
                </c:pt>
                <c:pt idx="249">
                  <c:v>3</c:v>
                </c:pt>
                <c:pt idx="250">
                  <c:v>3</c:v>
                </c:pt>
                <c:pt idx="251">
                  <c:v>3</c:v>
                </c:pt>
                <c:pt idx="252">
                  <c:v>3</c:v>
                </c:pt>
                <c:pt idx="253">
                  <c:v>3</c:v>
                </c:pt>
                <c:pt idx="254">
                  <c:v>3</c:v>
                </c:pt>
                <c:pt idx="255">
                  <c:v>3</c:v>
                </c:pt>
                <c:pt idx="256">
                  <c:v>3</c:v>
                </c:pt>
                <c:pt idx="257">
                  <c:v>3</c:v>
                </c:pt>
                <c:pt idx="258">
                  <c:v>3</c:v>
                </c:pt>
                <c:pt idx="259">
                  <c:v>3</c:v>
                </c:pt>
                <c:pt idx="260">
                  <c:v>3</c:v>
                </c:pt>
                <c:pt idx="261">
                  <c:v>3</c:v>
                </c:pt>
                <c:pt idx="262">
                  <c:v>3</c:v>
                </c:pt>
                <c:pt idx="263">
                  <c:v>3</c:v>
                </c:pt>
                <c:pt idx="264">
                  <c:v>3</c:v>
                </c:pt>
                <c:pt idx="265">
                  <c:v>3</c:v>
                </c:pt>
                <c:pt idx="266">
                  <c:v>3</c:v>
                </c:pt>
                <c:pt idx="267">
                  <c:v>3</c:v>
                </c:pt>
                <c:pt idx="268">
                  <c:v>3</c:v>
                </c:pt>
                <c:pt idx="269">
                  <c:v>3</c:v>
                </c:pt>
                <c:pt idx="270">
                  <c:v>3</c:v>
                </c:pt>
                <c:pt idx="271">
                  <c:v>3</c:v>
                </c:pt>
                <c:pt idx="272">
                  <c:v>3</c:v>
                </c:pt>
                <c:pt idx="273">
                  <c:v>4</c:v>
                </c:pt>
                <c:pt idx="274">
                  <c:v>4</c:v>
                </c:pt>
                <c:pt idx="275">
                  <c:v>4</c:v>
                </c:pt>
                <c:pt idx="276">
                  <c:v>4</c:v>
                </c:pt>
                <c:pt idx="277">
                  <c:v>4</c:v>
                </c:pt>
                <c:pt idx="278">
                  <c:v>4</c:v>
                </c:pt>
                <c:pt idx="279">
                  <c:v>4</c:v>
                </c:pt>
                <c:pt idx="280">
                  <c:v>4</c:v>
                </c:pt>
                <c:pt idx="281">
                  <c:v>4</c:v>
                </c:pt>
                <c:pt idx="282">
                  <c:v>4</c:v>
                </c:pt>
                <c:pt idx="283">
                  <c:v>4</c:v>
                </c:pt>
                <c:pt idx="284">
                  <c:v>4</c:v>
                </c:pt>
                <c:pt idx="285">
                  <c:v>4</c:v>
                </c:pt>
                <c:pt idx="286">
                  <c:v>4</c:v>
                </c:pt>
                <c:pt idx="287">
                  <c:v>4</c:v>
                </c:pt>
                <c:pt idx="288">
                  <c:v>4</c:v>
                </c:pt>
                <c:pt idx="289">
                  <c:v>4</c:v>
                </c:pt>
                <c:pt idx="290">
                  <c:v>4</c:v>
                </c:pt>
                <c:pt idx="291">
                  <c:v>4</c:v>
                </c:pt>
                <c:pt idx="292">
                  <c:v>4</c:v>
                </c:pt>
                <c:pt idx="293">
                  <c:v>4</c:v>
                </c:pt>
                <c:pt idx="294">
                  <c:v>4</c:v>
                </c:pt>
                <c:pt idx="295">
                  <c:v>4</c:v>
                </c:pt>
                <c:pt idx="296">
                  <c:v>4</c:v>
                </c:pt>
                <c:pt idx="297">
                  <c:v>4</c:v>
                </c:pt>
                <c:pt idx="298">
                  <c:v>4</c:v>
                </c:pt>
                <c:pt idx="299">
                  <c:v>4</c:v>
                </c:pt>
                <c:pt idx="300">
                  <c:v>4</c:v>
                </c:pt>
                <c:pt idx="301">
                  <c:v>4</c:v>
                </c:pt>
                <c:pt idx="302">
                  <c:v>4</c:v>
                </c:pt>
              </c:numCache>
            </c:numRef>
          </c:cat>
          <c:val>
            <c:numRef>
              <c:f>'DAUWAUMAU+ГРАФФИК'!$D$2:$D$304</c:f>
              <c:numCache>
                <c:formatCode>General</c:formatCode>
                <c:ptCount val="303"/>
                <c:pt idx="0">
                  <c:v>3</c:v>
                </c:pt>
                <c:pt idx="1">
                  <c:v>6</c:v>
                </c:pt>
                <c:pt idx="2">
                  <c:v>5</c:v>
                </c:pt>
                <c:pt idx="3">
                  <c:v>10</c:v>
                </c:pt>
                <c:pt idx="4">
                  <c:v>5</c:v>
                </c:pt>
                <c:pt idx="5">
                  <c:v>13</c:v>
                </c:pt>
                <c:pt idx="6">
                  <c:v>22</c:v>
                </c:pt>
                <c:pt idx="7">
                  <c:v>22</c:v>
                </c:pt>
                <c:pt idx="8">
                  <c:v>26</c:v>
                </c:pt>
                <c:pt idx="9">
                  <c:v>23</c:v>
                </c:pt>
                <c:pt idx="10">
                  <c:v>24</c:v>
                </c:pt>
                <c:pt idx="11">
                  <c:v>30</c:v>
                </c:pt>
                <c:pt idx="12">
                  <c:v>32</c:v>
                </c:pt>
                <c:pt idx="13">
                  <c:v>25</c:v>
                </c:pt>
                <c:pt idx="14">
                  <c:v>34</c:v>
                </c:pt>
                <c:pt idx="15">
                  <c:v>39</c:v>
                </c:pt>
                <c:pt idx="16">
                  <c:v>22</c:v>
                </c:pt>
                <c:pt idx="17">
                  <c:v>38</c:v>
                </c:pt>
                <c:pt idx="18">
                  <c:v>34</c:v>
                </c:pt>
                <c:pt idx="19">
                  <c:v>50</c:v>
                </c:pt>
                <c:pt idx="20">
                  <c:v>43</c:v>
                </c:pt>
                <c:pt idx="21">
                  <c:v>43</c:v>
                </c:pt>
                <c:pt idx="22">
                  <c:v>53</c:v>
                </c:pt>
                <c:pt idx="23">
                  <c:v>63</c:v>
                </c:pt>
                <c:pt idx="24">
                  <c:v>48</c:v>
                </c:pt>
                <c:pt idx="25">
                  <c:v>59</c:v>
                </c:pt>
                <c:pt idx="26">
                  <c:v>59</c:v>
                </c:pt>
                <c:pt idx="27">
                  <c:v>61</c:v>
                </c:pt>
                <c:pt idx="28">
                  <c:v>64</c:v>
                </c:pt>
                <c:pt idx="29">
                  <c:v>64</c:v>
                </c:pt>
                <c:pt idx="30">
                  <c:v>52</c:v>
                </c:pt>
                <c:pt idx="31">
                  <c:v>62</c:v>
                </c:pt>
                <c:pt idx="32">
                  <c:v>55</c:v>
                </c:pt>
                <c:pt idx="33">
                  <c:v>60</c:v>
                </c:pt>
                <c:pt idx="34">
                  <c:v>52</c:v>
                </c:pt>
                <c:pt idx="35">
                  <c:v>62</c:v>
                </c:pt>
                <c:pt idx="36">
                  <c:v>59</c:v>
                </c:pt>
                <c:pt idx="37">
                  <c:v>58</c:v>
                </c:pt>
                <c:pt idx="38">
                  <c:v>53</c:v>
                </c:pt>
                <c:pt idx="39">
                  <c:v>55</c:v>
                </c:pt>
                <c:pt idx="40">
                  <c:v>65</c:v>
                </c:pt>
                <c:pt idx="41">
                  <c:v>54</c:v>
                </c:pt>
                <c:pt idx="42">
                  <c:v>74</c:v>
                </c:pt>
                <c:pt idx="43">
                  <c:v>59</c:v>
                </c:pt>
                <c:pt idx="44">
                  <c:v>54</c:v>
                </c:pt>
                <c:pt idx="45">
                  <c:v>68</c:v>
                </c:pt>
                <c:pt idx="46">
                  <c:v>59</c:v>
                </c:pt>
                <c:pt idx="47">
                  <c:v>61</c:v>
                </c:pt>
                <c:pt idx="48">
                  <c:v>58</c:v>
                </c:pt>
                <c:pt idx="49">
                  <c:v>67</c:v>
                </c:pt>
                <c:pt idx="50">
                  <c:v>62</c:v>
                </c:pt>
                <c:pt idx="51">
                  <c:v>53</c:v>
                </c:pt>
                <c:pt idx="52">
                  <c:v>60</c:v>
                </c:pt>
                <c:pt idx="53">
                  <c:v>67</c:v>
                </c:pt>
                <c:pt idx="54">
                  <c:v>67</c:v>
                </c:pt>
                <c:pt idx="55">
                  <c:v>61</c:v>
                </c:pt>
                <c:pt idx="56">
                  <c:v>63</c:v>
                </c:pt>
                <c:pt idx="57">
                  <c:v>61</c:v>
                </c:pt>
                <c:pt idx="58">
                  <c:v>54</c:v>
                </c:pt>
                <c:pt idx="59">
                  <c:v>72</c:v>
                </c:pt>
                <c:pt idx="60">
                  <c:v>54</c:v>
                </c:pt>
                <c:pt idx="61">
                  <c:v>66</c:v>
                </c:pt>
                <c:pt idx="62">
                  <c:v>61</c:v>
                </c:pt>
                <c:pt idx="63">
                  <c:v>58</c:v>
                </c:pt>
                <c:pt idx="64">
                  <c:v>64</c:v>
                </c:pt>
                <c:pt idx="65">
                  <c:v>62</c:v>
                </c:pt>
                <c:pt idx="66">
                  <c:v>46</c:v>
                </c:pt>
                <c:pt idx="67">
                  <c:v>49</c:v>
                </c:pt>
                <c:pt idx="68">
                  <c:v>59</c:v>
                </c:pt>
                <c:pt idx="69">
                  <c:v>60</c:v>
                </c:pt>
                <c:pt idx="70">
                  <c:v>53</c:v>
                </c:pt>
                <c:pt idx="71">
                  <c:v>61</c:v>
                </c:pt>
                <c:pt idx="72">
                  <c:v>58</c:v>
                </c:pt>
                <c:pt idx="73">
                  <c:v>64</c:v>
                </c:pt>
                <c:pt idx="74">
                  <c:v>65</c:v>
                </c:pt>
                <c:pt idx="75">
                  <c:v>74</c:v>
                </c:pt>
                <c:pt idx="76">
                  <c:v>58</c:v>
                </c:pt>
                <c:pt idx="77">
                  <c:v>62</c:v>
                </c:pt>
                <c:pt idx="78">
                  <c:v>69</c:v>
                </c:pt>
                <c:pt idx="79">
                  <c:v>66</c:v>
                </c:pt>
                <c:pt idx="80">
                  <c:v>67</c:v>
                </c:pt>
                <c:pt idx="81">
                  <c:v>71</c:v>
                </c:pt>
                <c:pt idx="82">
                  <c:v>67</c:v>
                </c:pt>
                <c:pt idx="83">
                  <c:v>55</c:v>
                </c:pt>
                <c:pt idx="84">
                  <c:v>58</c:v>
                </c:pt>
                <c:pt idx="85">
                  <c:v>73</c:v>
                </c:pt>
                <c:pt idx="86">
                  <c:v>58</c:v>
                </c:pt>
                <c:pt idx="87">
                  <c:v>76</c:v>
                </c:pt>
                <c:pt idx="88">
                  <c:v>62</c:v>
                </c:pt>
                <c:pt idx="89">
                  <c:v>66</c:v>
                </c:pt>
                <c:pt idx="90">
                  <c:v>59</c:v>
                </c:pt>
                <c:pt idx="91">
                  <c:v>61</c:v>
                </c:pt>
                <c:pt idx="92">
                  <c:v>52</c:v>
                </c:pt>
                <c:pt idx="93">
                  <c:v>69</c:v>
                </c:pt>
                <c:pt idx="94">
                  <c:v>70</c:v>
                </c:pt>
                <c:pt idx="95">
                  <c:v>45</c:v>
                </c:pt>
                <c:pt idx="96">
                  <c:v>77</c:v>
                </c:pt>
                <c:pt idx="97">
                  <c:v>61</c:v>
                </c:pt>
                <c:pt idx="98">
                  <c:v>56</c:v>
                </c:pt>
                <c:pt idx="99">
                  <c:v>66</c:v>
                </c:pt>
                <c:pt idx="100">
                  <c:v>51</c:v>
                </c:pt>
                <c:pt idx="101">
                  <c:v>59</c:v>
                </c:pt>
                <c:pt idx="102">
                  <c:v>65</c:v>
                </c:pt>
                <c:pt idx="103">
                  <c:v>53</c:v>
                </c:pt>
                <c:pt idx="104">
                  <c:v>72</c:v>
                </c:pt>
                <c:pt idx="105">
                  <c:v>62</c:v>
                </c:pt>
                <c:pt idx="106">
                  <c:v>62</c:v>
                </c:pt>
                <c:pt idx="107">
                  <c:v>70</c:v>
                </c:pt>
                <c:pt idx="108">
                  <c:v>62</c:v>
                </c:pt>
                <c:pt idx="109">
                  <c:v>82</c:v>
                </c:pt>
                <c:pt idx="110">
                  <c:v>52</c:v>
                </c:pt>
                <c:pt idx="111">
                  <c:v>65</c:v>
                </c:pt>
                <c:pt idx="112">
                  <c:v>64</c:v>
                </c:pt>
                <c:pt idx="113">
                  <c:v>57</c:v>
                </c:pt>
                <c:pt idx="114">
                  <c:v>58</c:v>
                </c:pt>
                <c:pt idx="115">
                  <c:v>66</c:v>
                </c:pt>
                <c:pt idx="116">
                  <c:v>60</c:v>
                </c:pt>
                <c:pt idx="117">
                  <c:v>55</c:v>
                </c:pt>
                <c:pt idx="118">
                  <c:v>65</c:v>
                </c:pt>
                <c:pt idx="119">
                  <c:v>54</c:v>
                </c:pt>
                <c:pt idx="120">
                  <c:v>66</c:v>
                </c:pt>
                <c:pt idx="121">
                  <c:v>72</c:v>
                </c:pt>
                <c:pt idx="122">
                  <c:v>58</c:v>
                </c:pt>
                <c:pt idx="123">
                  <c:v>55</c:v>
                </c:pt>
                <c:pt idx="124">
                  <c:v>56</c:v>
                </c:pt>
                <c:pt idx="125">
                  <c:v>63</c:v>
                </c:pt>
                <c:pt idx="126">
                  <c:v>69</c:v>
                </c:pt>
                <c:pt idx="127">
                  <c:v>62</c:v>
                </c:pt>
                <c:pt idx="128">
                  <c:v>60</c:v>
                </c:pt>
                <c:pt idx="129">
                  <c:v>60</c:v>
                </c:pt>
                <c:pt idx="130">
                  <c:v>60</c:v>
                </c:pt>
                <c:pt idx="131">
                  <c:v>55</c:v>
                </c:pt>
                <c:pt idx="132">
                  <c:v>62</c:v>
                </c:pt>
                <c:pt idx="133">
                  <c:v>53</c:v>
                </c:pt>
                <c:pt idx="134">
                  <c:v>54</c:v>
                </c:pt>
                <c:pt idx="135">
                  <c:v>46</c:v>
                </c:pt>
                <c:pt idx="136">
                  <c:v>55</c:v>
                </c:pt>
                <c:pt idx="137">
                  <c:v>51</c:v>
                </c:pt>
                <c:pt idx="138">
                  <c:v>58</c:v>
                </c:pt>
                <c:pt idx="139">
                  <c:v>51</c:v>
                </c:pt>
                <c:pt idx="140">
                  <c:v>40</c:v>
                </c:pt>
                <c:pt idx="141">
                  <c:v>50</c:v>
                </c:pt>
                <c:pt idx="142">
                  <c:v>34</c:v>
                </c:pt>
                <c:pt idx="143">
                  <c:v>41</c:v>
                </c:pt>
                <c:pt idx="144">
                  <c:v>39</c:v>
                </c:pt>
                <c:pt idx="145">
                  <c:v>32</c:v>
                </c:pt>
                <c:pt idx="146">
                  <c:v>32</c:v>
                </c:pt>
                <c:pt idx="147">
                  <c:v>31</c:v>
                </c:pt>
                <c:pt idx="148">
                  <c:v>35</c:v>
                </c:pt>
                <c:pt idx="149">
                  <c:v>32</c:v>
                </c:pt>
                <c:pt idx="150">
                  <c:v>23</c:v>
                </c:pt>
                <c:pt idx="151">
                  <c:v>35</c:v>
                </c:pt>
                <c:pt idx="152">
                  <c:v>32</c:v>
                </c:pt>
                <c:pt idx="153">
                  <c:v>25</c:v>
                </c:pt>
                <c:pt idx="154">
                  <c:v>19</c:v>
                </c:pt>
                <c:pt idx="155">
                  <c:v>30</c:v>
                </c:pt>
                <c:pt idx="156">
                  <c:v>23</c:v>
                </c:pt>
                <c:pt idx="157">
                  <c:v>32</c:v>
                </c:pt>
                <c:pt idx="158">
                  <c:v>35</c:v>
                </c:pt>
                <c:pt idx="159">
                  <c:v>29</c:v>
                </c:pt>
                <c:pt idx="160">
                  <c:v>36</c:v>
                </c:pt>
                <c:pt idx="161">
                  <c:v>30</c:v>
                </c:pt>
                <c:pt idx="162">
                  <c:v>25</c:v>
                </c:pt>
                <c:pt idx="163">
                  <c:v>31</c:v>
                </c:pt>
                <c:pt idx="164">
                  <c:v>34</c:v>
                </c:pt>
                <c:pt idx="165">
                  <c:v>22</c:v>
                </c:pt>
                <c:pt idx="166">
                  <c:v>26</c:v>
                </c:pt>
                <c:pt idx="167">
                  <c:v>27</c:v>
                </c:pt>
                <c:pt idx="168">
                  <c:v>28</c:v>
                </c:pt>
                <c:pt idx="169">
                  <c:v>20</c:v>
                </c:pt>
                <c:pt idx="170">
                  <c:v>32</c:v>
                </c:pt>
                <c:pt idx="171">
                  <c:v>28</c:v>
                </c:pt>
                <c:pt idx="172">
                  <c:v>28</c:v>
                </c:pt>
                <c:pt idx="173">
                  <c:v>29</c:v>
                </c:pt>
                <c:pt idx="174">
                  <c:v>36</c:v>
                </c:pt>
                <c:pt idx="175">
                  <c:v>24</c:v>
                </c:pt>
                <c:pt idx="176">
                  <c:v>33</c:v>
                </c:pt>
                <c:pt idx="177">
                  <c:v>26</c:v>
                </c:pt>
                <c:pt idx="178">
                  <c:v>24</c:v>
                </c:pt>
                <c:pt idx="179">
                  <c:v>32</c:v>
                </c:pt>
                <c:pt idx="180">
                  <c:v>29</c:v>
                </c:pt>
                <c:pt idx="181">
                  <c:v>22</c:v>
                </c:pt>
                <c:pt idx="182">
                  <c:v>37</c:v>
                </c:pt>
                <c:pt idx="183">
                  <c:v>24</c:v>
                </c:pt>
                <c:pt idx="184">
                  <c:v>35</c:v>
                </c:pt>
                <c:pt idx="185">
                  <c:v>40</c:v>
                </c:pt>
                <c:pt idx="186">
                  <c:v>46</c:v>
                </c:pt>
                <c:pt idx="187">
                  <c:v>36</c:v>
                </c:pt>
                <c:pt idx="188">
                  <c:v>46</c:v>
                </c:pt>
                <c:pt idx="189">
                  <c:v>35</c:v>
                </c:pt>
                <c:pt idx="190">
                  <c:v>53</c:v>
                </c:pt>
                <c:pt idx="191">
                  <c:v>53</c:v>
                </c:pt>
                <c:pt idx="192">
                  <c:v>52</c:v>
                </c:pt>
                <c:pt idx="193">
                  <c:v>65</c:v>
                </c:pt>
                <c:pt idx="194">
                  <c:v>52</c:v>
                </c:pt>
                <c:pt idx="195">
                  <c:v>62</c:v>
                </c:pt>
                <c:pt idx="196">
                  <c:v>77</c:v>
                </c:pt>
                <c:pt idx="197">
                  <c:v>61</c:v>
                </c:pt>
                <c:pt idx="198">
                  <c:v>70</c:v>
                </c:pt>
                <c:pt idx="199">
                  <c:v>66</c:v>
                </c:pt>
                <c:pt idx="200">
                  <c:v>73</c:v>
                </c:pt>
                <c:pt idx="201">
                  <c:v>73</c:v>
                </c:pt>
                <c:pt idx="202">
                  <c:v>80</c:v>
                </c:pt>
                <c:pt idx="203">
                  <c:v>75</c:v>
                </c:pt>
                <c:pt idx="204">
                  <c:v>90</c:v>
                </c:pt>
                <c:pt idx="205">
                  <c:v>78</c:v>
                </c:pt>
                <c:pt idx="206">
                  <c:v>90</c:v>
                </c:pt>
                <c:pt idx="207">
                  <c:v>88</c:v>
                </c:pt>
                <c:pt idx="208">
                  <c:v>83</c:v>
                </c:pt>
                <c:pt idx="209">
                  <c:v>92</c:v>
                </c:pt>
                <c:pt idx="210">
                  <c:v>99</c:v>
                </c:pt>
                <c:pt idx="211">
                  <c:v>93</c:v>
                </c:pt>
                <c:pt idx="212">
                  <c:v>115</c:v>
                </c:pt>
                <c:pt idx="213">
                  <c:v>108</c:v>
                </c:pt>
                <c:pt idx="214">
                  <c:v>112</c:v>
                </c:pt>
                <c:pt idx="215">
                  <c:v>86</c:v>
                </c:pt>
                <c:pt idx="216">
                  <c:v>98</c:v>
                </c:pt>
                <c:pt idx="217">
                  <c:v>100</c:v>
                </c:pt>
                <c:pt idx="218">
                  <c:v>95</c:v>
                </c:pt>
                <c:pt idx="219">
                  <c:v>98</c:v>
                </c:pt>
                <c:pt idx="220">
                  <c:v>90</c:v>
                </c:pt>
                <c:pt idx="221">
                  <c:v>107</c:v>
                </c:pt>
                <c:pt idx="222">
                  <c:v>101</c:v>
                </c:pt>
                <c:pt idx="223">
                  <c:v>104</c:v>
                </c:pt>
                <c:pt idx="224">
                  <c:v>98</c:v>
                </c:pt>
                <c:pt idx="225">
                  <c:v>101</c:v>
                </c:pt>
                <c:pt idx="226">
                  <c:v>94</c:v>
                </c:pt>
                <c:pt idx="227">
                  <c:v>108</c:v>
                </c:pt>
                <c:pt idx="228">
                  <c:v>103</c:v>
                </c:pt>
                <c:pt idx="229">
                  <c:v>95</c:v>
                </c:pt>
                <c:pt idx="230">
                  <c:v>107</c:v>
                </c:pt>
                <c:pt idx="231">
                  <c:v>116</c:v>
                </c:pt>
                <c:pt idx="232">
                  <c:v>109</c:v>
                </c:pt>
                <c:pt idx="233">
                  <c:v>84</c:v>
                </c:pt>
                <c:pt idx="234">
                  <c:v>98</c:v>
                </c:pt>
                <c:pt idx="235">
                  <c:v>115</c:v>
                </c:pt>
                <c:pt idx="236">
                  <c:v>95</c:v>
                </c:pt>
                <c:pt idx="237">
                  <c:v>106</c:v>
                </c:pt>
                <c:pt idx="238">
                  <c:v>118</c:v>
                </c:pt>
                <c:pt idx="239">
                  <c:v>127</c:v>
                </c:pt>
                <c:pt idx="240">
                  <c:v>104</c:v>
                </c:pt>
                <c:pt idx="241">
                  <c:v>131</c:v>
                </c:pt>
                <c:pt idx="242">
                  <c:v>130</c:v>
                </c:pt>
                <c:pt idx="243">
                  <c:v>138</c:v>
                </c:pt>
                <c:pt idx="244">
                  <c:v>167</c:v>
                </c:pt>
                <c:pt idx="245">
                  <c:v>170</c:v>
                </c:pt>
                <c:pt idx="246">
                  <c:v>165</c:v>
                </c:pt>
                <c:pt idx="247">
                  <c:v>149</c:v>
                </c:pt>
                <c:pt idx="248">
                  <c:v>151</c:v>
                </c:pt>
                <c:pt idx="249">
                  <c:v>173</c:v>
                </c:pt>
                <c:pt idx="250">
                  <c:v>150</c:v>
                </c:pt>
                <c:pt idx="251">
                  <c:v>162</c:v>
                </c:pt>
                <c:pt idx="252">
                  <c:v>175</c:v>
                </c:pt>
                <c:pt idx="253">
                  <c:v>176</c:v>
                </c:pt>
                <c:pt idx="254">
                  <c:v>180</c:v>
                </c:pt>
                <c:pt idx="255">
                  <c:v>168</c:v>
                </c:pt>
                <c:pt idx="256">
                  <c:v>185</c:v>
                </c:pt>
                <c:pt idx="257">
                  <c:v>181</c:v>
                </c:pt>
                <c:pt idx="258">
                  <c:v>172</c:v>
                </c:pt>
                <c:pt idx="259">
                  <c:v>187</c:v>
                </c:pt>
                <c:pt idx="260">
                  <c:v>218</c:v>
                </c:pt>
                <c:pt idx="261">
                  <c:v>184</c:v>
                </c:pt>
                <c:pt idx="262">
                  <c:v>194</c:v>
                </c:pt>
                <c:pt idx="263">
                  <c:v>131</c:v>
                </c:pt>
                <c:pt idx="264">
                  <c:v>176</c:v>
                </c:pt>
                <c:pt idx="265">
                  <c:v>136</c:v>
                </c:pt>
                <c:pt idx="266">
                  <c:v>153</c:v>
                </c:pt>
                <c:pt idx="267">
                  <c:v>159</c:v>
                </c:pt>
                <c:pt idx="268">
                  <c:v>143</c:v>
                </c:pt>
                <c:pt idx="269">
                  <c:v>156</c:v>
                </c:pt>
                <c:pt idx="270">
                  <c:v>151</c:v>
                </c:pt>
                <c:pt idx="271">
                  <c:v>148</c:v>
                </c:pt>
                <c:pt idx="272">
                  <c:v>184</c:v>
                </c:pt>
                <c:pt idx="273">
                  <c:v>204</c:v>
                </c:pt>
                <c:pt idx="274">
                  <c:v>215</c:v>
                </c:pt>
                <c:pt idx="275">
                  <c:v>198</c:v>
                </c:pt>
                <c:pt idx="276">
                  <c:v>199</c:v>
                </c:pt>
                <c:pt idx="277">
                  <c:v>188</c:v>
                </c:pt>
                <c:pt idx="278">
                  <c:v>197</c:v>
                </c:pt>
                <c:pt idx="279">
                  <c:v>192</c:v>
                </c:pt>
                <c:pt idx="280">
                  <c:v>200</c:v>
                </c:pt>
                <c:pt idx="281">
                  <c:v>192</c:v>
                </c:pt>
                <c:pt idx="282">
                  <c:v>172</c:v>
                </c:pt>
                <c:pt idx="283">
                  <c:v>160</c:v>
                </c:pt>
                <c:pt idx="284">
                  <c:v>168</c:v>
                </c:pt>
                <c:pt idx="285">
                  <c:v>171</c:v>
                </c:pt>
                <c:pt idx="286">
                  <c:v>154</c:v>
                </c:pt>
                <c:pt idx="287">
                  <c:v>146</c:v>
                </c:pt>
                <c:pt idx="288">
                  <c:v>166</c:v>
                </c:pt>
                <c:pt idx="289">
                  <c:v>134</c:v>
                </c:pt>
                <c:pt idx="290">
                  <c:v>149</c:v>
                </c:pt>
                <c:pt idx="291">
                  <c:v>132</c:v>
                </c:pt>
                <c:pt idx="292">
                  <c:v>131</c:v>
                </c:pt>
                <c:pt idx="293">
                  <c:v>104</c:v>
                </c:pt>
                <c:pt idx="294">
                  <c:v>105</c:v>
                </c:pt>
                <c:pt idx="295">
                  <c:v>105</c:v>
                </c:pt>
                <c:pt idx="296">
                  <c:v>90</c:v>
                </c:pt>
                <c:pt idx="297">
                  <c:v>101</c:v>
                </c:pt>
                <c:pt idx="298">
                  <c:v>92</c:v>
                </c:pt>
                <c:pt idx="299">
                  <c:v>68</c:v>
                </c:pt>
                <c:pt idx="300">
                  <c:v>75</c:v>
                </c:pt>
                <c:pt idx="301">
                  <c:v>73</c:v>
                </c:pt>
                <c:pt idx="302">
                  <c:v>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12E-4860-8C04-2BD80918CD07}"/>
            </c:ext>
          </c:extLst>
        </c:ser>
        <c:ser>
          <c:idx val="1"/>
          <c:order val="1"/>
          <c:tx>
            <c:strRef>
              <c:f>'DAUWAUMAU+ГРАФФИК'!$E$1</c:f>
              <c:strCache>
                <c:ptCount val="1"/>
                <c:pt idx="0">
                  <c:v>WAU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'DAUWAUMAU+ГРАФФИК'!$A$2:$A$304</c:f>
              <c:numCache>
                <c:formatCode>General</c:formatCode>
                <c:ptCount val="303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7</c:v>
                </c:pt>
                <c:pt idx="9">
                  <c:v>7</c:v>
                </c:pt>
                <c:pt idx="10">
                  <c:v>7</c:v>
                </c:pt>
                <c:pt idx="11">
                  <c:v>7</c:v>
                </c:pt>
                <c:pt idx="12">
                  <c:v>7</c:v>
                </c:pt>
                <c:pt idx="13">
                  <c:v>7</c:v>
                </c:pt>
                <c:pt idx="14">
                  <c:v>7</c:v>
                </c:pt>
                <c:pt idx="15">
                  <c:v>7</c:v>
                </c:pt>
                <c:pt idx="16">
                  <c:v>7</c:v>
                </c:pt>
                <c:pt idx="17">
                  <c:v>7</c:v>
                </c:pt>
                <c:pt idx="18">
                  <c:v>7</c:v>
                </c:pt>
                <c:pt idx="19">
                  <c:v>7</c:v>
                </c:pt>
                <c:pt idx="20">
                  <c:v>7</c:v>
                </c:pt>
                <c:pt idx="21">
                  <c:v>7</c:v>
                </c:pt>
                <c:pt idx="22">
                  <c:v>7</c:v>
                </c:pt>
                <c:pt idx="23">
                  <c:v>7</c:v>
                </c:pt>
                <c:pt idx="24">
                  <c:v>7</c:v>
                </c:pt>
                <c:pt idx="25">
                  <c:v>7</c:v>
                </c:pt>
                <c:pt idx="26">
                  <c:v>7</c:v>
                </c:pt>
                <c:pt idx="27">
                  <c:v>7</c:v>
                </c:pt>
                <c:pt idx="28">
                  <c:v>7</c:v>
                </c:pt>
                <c:pt idx="29">
                  <c:v>7</c:v>
                </c:pt>
                <c:pt idx="30">
                  <c:v>8</c:v>
                </c:pt>
                <c:pt idx="31">
                  <c:v>8</c:v>
                </c:pt>
                <c:pt idx="32">
                  <c:v>8</c:v>
                </c:pt>
                <c:pt idx="33">
                  <c:v>8</c:v>
                </c:pt>
                <c:pt idx="34">
                  <c:v>8</c:v>
                </c:pt>
                <c:pt idx="35">
                  <c:v>8</c:v>
                </c:pt>
                <c:pt idx="36">
                  <c:v>8</c:v>
                </c:pt>
                <c:pt idx="37">
                  <c:v>8</c:v>
                </c:pt>
                <c:pt idx="38">
                  <c:v>8</c:v>
                </c:pt>
                <c:pt idx="39">
                  <c:v>8</c:v>
                </c:pt>
                <c:pt idx="40">
                  <c:v>8</c:v>
                </c:pt>
                <c:pt idx="41">
                  <c:v>8</c:v>
                </c:pt>
                <c:pt idx="42">
                  <c:v>8</c:v>
                </c:pt>
                <c:pt idx="43">
                  <c:v>8</c:v>
                </c:pt>
                <c:pt idx="44">
                  <c:v>8</c:v>
                </c:pt>
                <c:pt idx="45">
                  <c:v>8</c:v>
                </c:pt>
                <c:pt idx="46">
                  <c:v>8</c:v>
                </c:pt>
                <c:pt idx="47">
                  <c:v>8</c:v>
                </c:pt>
                <c:pt idx="48">
                  <c:v>8</c:v>
                </c:pt>
                <c:pt idx="49">
                  <c:v>8</c:v>
                </c:pt>
                <c:pt idx="50">
                  <c:v>8</c:v>
                </c:pt>
                <c:pt idx="51">
                  <c:v>8</c:v>
                </c:pt>
                <c:pt idx="52">
                  <c:v>8</c:v>
                </c:pt>
                <c:pt idx="53">
                  <c:v>8</c:v>
                </c:pt>
                <c:pt idx="54">
                  <c:v>8</c:v>
                </c:pt>
                <c:pt idx="55">
                  <c:v>8</c:v>
                </c:pt>
                <c:pt idx="56">
                  <c:v>8</c:v>
                </c:pt>
                <c:pt idx="57">
                  <c:v>8</c:v>
                </c:pt>
                <c:pt idx="58">
                  <c:v>8</c:v>
                </c:pt>
                <c:pt idx="59">
                  <c:v>8</c:v>
                </c:pt>
                <c:pt idx="60">
                  <c:v>8</c:v>
                </c:pt>
                <c:pt idx="61">
                  <c:v>9</c:v>
                </c:pt>
                <c:pt idx="62">
                  <c:v>9</c:v>
                </c:pt>
                <c:pt idx="63">
                  <c:v>9</c:v>
                </c:pt>
                <c:pt idx="64">
                  <c:v>9</c:v>
                </c:pt>
                <c:pt idx="65">
                  <c:v>9</c:v>
                </c:pt>
                <c:pt idx="66">
                  <c:v>9</c:v>
                </c:pt>
                <c:pt idx="67">
                  <c:v>9</c:v>
                </c:pt>
                <c:pt idx="68">
                  <c:v>9</c:v>
                </c:pt>
                <c:pt idx="69">
                  <c:v>9</c:v>
                </c:pt>
                <c:pt idx="70">
                  <c:v>9</c:v>
                </c:pt>
                <c:pt idx="71">
                  <c:v>9</c:v>
                </c:pt>
                <c:pt idx="72">
                  <c:v>9</c:v>
                </c:pt>
                <c:pt idx="73">
                  <c:v>9</c:v>
                </c:pt>
                <c:pt idx="74">
                  <c:v>9</c:v>
                </c:pt>
                <c:pt idx="75">
                  <c:v>9</c:v>
                </c:pt>
                <c:pt idx="76">
                  <c:v>9</c:v>
                </c:pt>
                <c:pt idx="77">
                  <c:v>9</c:v>
                </c:pt>
                <c:pt idx="78">
                  <c:v>9</c:v>
                </c:pt>
                <c:pt idx="79">
                  <c:v>9</c:v>
                </c:pt>
                <c:pt idx="80">
                  <c:v>9</c:v>
                </c:pt>
                <c:pt idx="81">
                  <c:v>9</c:v>
                </c:pt>
                <c:pt idx="82">
                  <c:v>9</c:v>
                </c:pt>
                <c:pt idx="83">
                  <c:v>9</c:v>
                </c:pt>
                <c:pt idx="84">
                  <c:v>9</c:v>
                </c:pt>
                <c:pt idx="85">
                  <c:v>9</c:v>
                </c:pt>
                <c:pt idx="86">
                  <c:v>9</c:v>
                </c:pt>
                <c:pt idx="87">
                  <c:v>9</c:v>
                </c:pt>
                <c:pt idx="88">
                  <c:v>9</c:v>
                </c:pt>
                <c:pt idx="89">
                  <c:v>9</c:v>
                </c:pt>
                <c:pt idx="90">
                  <c:v>9</c:v>
                </c:pt>
                <c:pt idx="91">
                  <c:v>10</c:v>
                </c:pt>
                <c:pt idx="92">
                  <c:v>10</c:v>
                </c:pt>
                <c:pt idx="93">
                  <c:v>10</c:v>
                </c:pt>
                <c:pt idx="94">
                  <c:v>10</c:v>
                </c:pt>
                <c:pt idx="95">
                  <c:v>10</c:v>
                </c:pt>
                <c:pt idx="96">
                  <c:v>10</c:v>
                </c:pt>
                <c:pt idx="97">
                  <c:v>10</c:v>
                </c:pt>
                <c:pt idx="98">
                  <c:v>10</c:v>
                </c:pt>
                <c:pt idx="99">
                  <c:v>10</c:v>
                </c:pt>
                <c:pt idx="100">
                  <c:v>10</c:v>
                </c:pt>
                <c:pt idx="101">
                  <c:v>10</c:v>
                </c:pt>
                <c:pt idx="102">
                  <c:v>10</c:v>
                </c:pt>
                <c:pt idx="103">
                  <c:v>10</c:v>
                </c:pt>
                <c:pt idx="104">
                  <c:v>10</c:v>
                </c:pt>
                <c:pt idx="105">
                  <c:v>10</c:v>
                </c:pt>
                <c:pt idx="106">
                  <c:v>10</c:v>
                </c:pt>
                <c:pt idx="107">
                  <c:v>10</c:v>
                </c:pt>
                <c:pt idx="108">
                  <c:v>10</c:v>
                </c:pt>
                <c:pt idx="109">
                  <c:v>10</c:v>
                </c:pt>
                <c:pt idx="110">
                  <c:v>10</c:v>
                </c:pt>
                <c:pt idx="111">
                  <c:v>10</c:v>
                </c:pt>
                <c:pt idx="112">
                  <c:v>10</c:v>
                </c:pt>
                <c:pt idx="113">
                  <c:v>10</c:v>
                </c:pt>
                <c:pt idx="114">
                  <c:v>10</c:v>
                </c:pt>
                <c:pt idx="115">
                  <c:v>10</c:v>
                </c:pt>
                <c:pt idx="116">
                  <c:v>10</c:v>
                </c:pt>
                <c:pt idx="117">
                  <c:v>10</c:v>
                </c:pt>
                <c:pt idx="118">
                  <c:v>10</c:v>
                </c:pt>
                <c:pt idx="119">
                  <c:v>10</c:v>
                </c:pt>
                <c:pt idx="120">
                  <c:v>10</c:v>
                </c:pt>
                <c:pt idx="121">
                  <c:v>10</c:v>
                </c:pt>
                <c:pt idx="122">
                  <c:v>11</c:v>
                </c:pt>
                <c:pt idx="123">
                  <c:v>11</c:v>
                </c:pt>
                <c:pt idx="124">
                  <c:v>11</c:v>
                </c:pt>
                <c:pt idx="125">
                  <c:v>11</c:v>
                </c:pt>
                <c:pt idx="126">
                  <c:v>11</c:v>
                </c:pt>
                <c:pt idx="127">
                  <c:v>11</c:v>
                </c:pt>
                <c:pt idx="128">
                  <c:v>11</c:v>
                </c:pt>
                <c:pt idx="129">
                  <c:v>11</c:v>
                </c:pt>
                <c:pt idx="130">
                  <c:v>11</c:v>
                </c:pt>
                <c:pt idx="131">
                  <c:v>11</c:v>
                </c:pt>
                <c:pt idx="132">
                  <c:v>11</c:v>
                </c:pt>
                <c:pt idx="133">
                  <c:v>11</c:v>
                </c:pt>
                <c:pt idx="134">
                  <c:v>11</c:v>
                </c:pt>
                <c:pt idx="135">
                  <c:v>11</c:v>
                </c:pt>
                <c:pt idx="136">
                  <c:v>11</c:v>
                </c:pt>
                <c:pt idx="137">
                  <c:v>11</c:v>
                </c:pt>
                <c:pt idx="138">
                  <c:v>11</c:v>
                </c:pt>
                <c:pt idx="139">
                  <c:v>11</c:v>
                </c:pt>
                <c:pt idx="140">
                  <c:v>11</c:v>
                </c:pt>
                <c:pt idx="141">
                  <c:v>11</c:v>
                </c:pt>
                <c:pt idx="142">
                  <c:v>11</c:v>
                </c:pt>
                <c:pt idx="143">
                  <c:v>11</c:v>
                </c:pt>
                <c:pt idx="144">
                  <c:v>11</c:v>
                </c:pt>
                <c:pt idx="145">
                  <c:v>11</c:v>
                </c:pt>
                <c:pt idx="146">
                  <c:v>11</c:v>
                </c:pt>
                <c:pt idx="147">
                  <c:v>11</c:v>
                </c:pt>
                <c:pt idx="148">
                  <c:v>11</c:v>
                </c:pt>
                <c:pt idx="149">
                  <c:v>11</c:v>
                </c:pt>
                <c:pt idx="150">
                  <c:v>11</c:v>
                </c:pt>
                <c:pt idx="151">
                  <c:v>11</c:v>
                </c:pt>
                <c:pt idx="152">
                  <c:v>12</c:v>
                </c:pt>
                <c:pt idx="153">
                  <c:v>12</c:v>
                </c:pt>
                <c:pt idx="154">
                  <c:v>12</c:v>
                </c:pt>
                <c:pt idx="155">
                  <c:v>12</c:v>
                </c:pt>
                <c:pt idx="156">
                  <c:v>12</c:v>
                </c:pt>
                <c:pt idx="157">
                  <c:v>12</c:v>
                </c:pt>
                <c:pt idx="158">
                  <c:v>12</c:v>
                </c:pt>
                <c:pt idx="159">
                  <c:v>12</c:v>
                </c:pt>
                <c:pt idx="160">
                  <c:v>12</c:v>
                </c:pt>
                <c:pt idx="161">
                  <c:v>12</c:v>
                </c:pt>
                <c:pt idx="162">
                  <c:v>12</c:v>
                </c:pt>
                <c:pt idx="163">
                  <c:v>12</c:v>
                </c:pt>
                <c:pt idx="164">
                  <c:v>12</c:v>
                </c:pt>
                <c:pt idx="165">
                  <c:v>12</c:v>
                </c:pt>
                <c:pt idx="166">
                  <c:v>12</c:v>
                </c:pt>
                <c:pt idx="167">
                  <c:v>12</c:v>
                </c:pt>
                <c:pt idx="168">
                  <c:v>12</c:v>
                </c:pt>
                <c:pt idx="169">
                  <c:v>12</c:v>
                </c:pt>
                <c:pt idx="170">
                  <c:v>12</c:v>
                </c:pt>
                <c:pt idx="171">
                  <c:v>12</c:v>
                </c:pt>
                <c:pt idx="172">
                  <c:v>12</c:v>
                </c:pt>
                <c:pt idx="173">
                  <c:v>12</c:v>
                </c:pt>
                <c:pt idx="174">
                  <c:v>12</c:v>
                </c:pt>
                <c:pt idx="175">
                  <c:v>12</c:v>
                </c:pt>
                <c:pt idx="176">
                  <c:v>12</c:v>
                </c:pt>
                <c:pt idx="177">
                  <c:v>12</c:v>
                </c:pt>
                <c:pt idx="178">
                  <c:v>12</c:v>
                </c:pt>
                <c:pt idx="179">
                  <c:v>12</c:v>
                </c:pt>
                <c:pt idx="180">
                  <c:v>12</c:v>
                </c:pt>
                <c:pt idx="181">
                  <c:v>12</c:v>
                </c:pt>
                <c:pt idx="182">
                  <c:v>12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1</c:v>
                </c:pt>
                <c:pt idx="203">
                  <c:v>1</c:v>
                </c:pt>
                <c:pt idx="204">
                  <c:v>1</c:v>
                </c:pt>
                <c:pt idx="205">
                  <c:v>1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2</c:v>
                </c:pt>
                <c:pt idx="215">
                  <c:v>2</c:v>
                </c:pt>
                <c:pt idx="216">
                  <c:v>2</c:v>
                </c:pt>
                <c:pt idx="217">
                  <c:v>2</c:v>
                </c:pt>
                <c:pt idx="218">
                  <c:v>2</c:v>
                </c:pt>
                <c:pt idx="219">
                  <c:v>2</c:v>
                </c:pt>
                <c:pt idx="220">
                  <c:v>2</c:v>
                </c:pt>
                <c:pt idx="221">
                  <c:v>2</c:v>
                </c:pt>
                <c:pt idx="222">
                  <c:v>2</c:v>
                </c:pt>
                <c:pt idx="223">
                  <c:v>2</c:v>
                </c:pt>
                <c:pt idx="224">
                  <c:v>2</c:v>
                </c:pt>
                <c:pt idx="225">
                  <c:v>2</c:v>
                </c:pt>
                <c:pt idx="226">
                  <c:v>2</c:v>
                </c:pt>
                <c:pt idx="227">
                  <c:v>2</c:v>
                </c:pt>
                <c:pt idx="228">
                  <c:v>2</c:v>
                </c:pt>
                <c:pt idx="229">
                  <c:v>2</c:v>
                </c:pt>
                <c:pt idx="230">
                  <c:v>2</c:v>
                </c:pt>
                <c:pt idx="231">
                  <c:v>2</c:v>
                </c:pt>
                <c:pt idx="232">
                  <c:v>2</c:v>
                </c:pt>
                <c:pt idx="233">
                  <c:v>2</c:v>
                </c:pt>
                <c:pt idx="234">
                  <c:v>2</c:v>
                </c:pt>
                <c:pt idx="235">
                  <c:v>2</c:v>
                </c:pt>
                <c:pt idx="236">
                  <c:v>2</c:v>
                </c:pt>
                <c:pt idx="237">
                  <c:v>2</c:v>
                </c:pt>
                <c:pt idx="238">
                  <c:v>2</c:v>
                </c:pt>
                <c:pt idx="239">
                  <c:v>2</c:v>
                </c:pt>
                <c:pt idx="240">
                  <c:v>2</c:v>
                </c:pt>
                <c:pt idx="241">
                  <c:v>2</c:v>
                </c:pt>
                <c:pt idx="242">
                  <c:v>3</c:v>
                </c:pt>
                <c:pt idx="243">
                  <c:v>3</c:v>
                </c:pt>
                <c:pt idx="244">
                  <c:v>3</c:v>
                </c:pt>
                <c:pt idx="245">
                  <c:v>3</c:v>
                </c:pt>
                <c:pt idx="246">
                  <c:v>3</c:v>
                </c:pt>
                <c:pt idx="247">
                  <c:v>3</c:v>
                </c:pt>
                <c:pt idx="248">
                  <c:v>3</c:v>
                </c:pt>
                <c:pt idx="249">
                  <c:v>3</c:v>
                </c:pt>
                <c:pt idx="250">
                  <c:v>3</c:v>
                </c:pt>
                <c:pt idx="251">
                  <c:v>3</c:v>
                </c:pt>
                <c:pt idx="252">
                  <c:v>3</c:v>
                </c:pt>
                <c:pt idx="253">
                  <c:v>3</c:v>
                </c:pt>
                <c:pt idx="254">
                  <c:v>3</c:v>
                </c:pt>
                <c:pt idx="255">
                  <c:v>3</c:v>
                </c:pt>
                <c:pt idx="256">
                  <c:v>3</c:v>
                </c:pt>
                <c:pt idx="257">
                  <c:v>3</c:v>
                </c:pt>
                <c:pt idx="258">
                  <c:v>3</c:v>
                </c:pt>
                <c:pt idx="259">
                  <c:v>3</c:v>
                </c:pt>
                <c:pt idx="260">
                  <c:v>3</c:v>
                </c:pt>
                <c:pt idx="261">
                  <c:v>3</c:v>
                </c:pt>
                <c:pt idx="262">
                  <c:v>3</c:v>
                </c:pt>
                <c:pt idx="263">
                  <c:v>3</c:v>
                </c:pt>
                <c:pt idx="264">
                  <c:v>3</c:v>
                </c:pt>
                <c:pt idx="265">
                  <c:v>3</c:v>
                </c:pt>
                <c:pt idx="266">
                  <c:v>3</c:v>
                </c:pt>
                <c:pt idx="267">
                  <c:v>3</c:v>
                </c:pt>
                <c:pt idx="268">
                  <c:v>3</c:v>
                </c:pt>
                <c:pt idx="269">
                  <c:v>3</c:v>
                </c:pt>
                <c:pt idx="270">
                  <c:v>3</c:v>
                </c:pt>
                <c:pt idx="271">
                  <c:v>3</c:v>
                </c:pt>
                <c:pt idx="272">
                  <c:v>3</c:v>
                </c:pt>
                <c:pt idx="273">
                  <c:v>4</c:v>
                </c:pt>
                <c:pt idx="274">
                  <c:v>4</c:v>
                </c:pt>
                <c:pt idx="275">
                  <c:v>4</c:v>
                </c:pt>
                <c:pt idx="276">
                  <c:v>4</c:v>
                </c:pt>
                <c:pt idx="277">
                  <c:v>4</c:v>
                </c:pt>
                <c:pt idx="278">
                  <c:v>4</c:v>
                </c:pt>
                <c:pt idx="279">
                  <c:v>4</c:v>
                </c:pt>
                <c:pt idx="280">
                  <c:v>4</c:v>
                </c:pt>
                <c:pt idx="281">
                  <c:v>4</c:v>
                </c:pt>
                <c:pt idx="282">
                  <c:v>4</c:v>
                </c:pt>
                <c:pt idx="283">
                  <c:v>4</c:v>
                </c:pt>
                <c:pt idx="284">
                  <c:v>4</c:v>
                </c:pt>
                <c:pt idx="285">
                  <c:v>4</c:v>
                </c:pt>
                <c:pt idx="286">
                  <c:v>4</c:v>
                </c:pt>
                <c:pt idx="287">
                  <c:v>4</c:v>
                </c:pt>
                <c:pt idx="288">
                  <c:v>4</c:v>
                </c:pt>
                <c:pt idx="289">
                  <c:v>4</c:v>
                </c:pt>
                <c:pt idx="290">
                  <c:v>4</c:v>
                </c:pt>
                <c:pt idx="291">
                  <c:v>4</c:v>
                </c:pt>
                <c:pt idx="292">
                  <c:v>4</c:v>
                </c:pt>
                <c:pt idx="293">
                  <c:v>4</c:v>
                </c:pt>
                <c:pt idx="294">
                  <c:v>4</c:v>
                </c:pt>
                <c:pt idx="295">
                  <c:v>4</c:v>
                </c:pt>
                <c:pt idx="296">
                  <c:v>4</c:v>
                </c:pt>
                <c:pt idx="297">
                  <c:v>4</c:v>
                </c:pt>
                <c:pt idx="298">
                  <c:v>4</c:v>
                </c:pt>
                <c:pt idx="299">
                  <c:v>4</c:v>
                </c:pt>
                <c:pt idx="300">
                  <c:v>4</c:v>
                </c:pt>
                <c:pt idx="301">
                  <c:v>4</c:v>
                </c:pt>
                <c:pt idx="302">
                  <c:v>4</c:v>
                </c:pt>
              </c:numCache>
            </c:numRef>
          </c:cat>
          <c:val>
            <c:numRef>
              <c:f>'DAUWAUMAU+ГРАФФИК'!$E$2:$E$304</c:f>
              <c:numCache>
                <c:formatCode>General</c:formatCode>
                <c:ptCount val="303"/>
                <c:pt idx="0">
                  <c:v>6</c:v>
                </c:pt>
                <c:pt idx="1">
                  <c:v>59</c:v>
                </c:pt>
                <c:pt idx="2">
                  <c:v>59</c:v>
                </c:pt>
                <c:pt idx="3">
                  <c:v>59</c:v>
                </c:pt>
                <c:pt idx="4">
                  <c:v>59</c:v>
                </c:pt>
                <c:pt idx="5">
                  <c:v>59</c:v>
                </c:pt>
                <c:pt idx="6">
                  <c:v>59</c:v>
                </c:pt>
                <c:pt idx="7">
                  <c:v>59</c:v>
                </c:pt>
                <c:pt idx="8">
                  <c:v>92</c:v>
                </c:pt>
                <c:pt idx="9">
                  <c:v>92</c:v>
                </c:pt>
                <c:pt idx="10">
                  <c:v>92</c:v>
                </c:pt>
                <c:pt idx="11">
                  <c:v>92</c:v>
                </c:pt>
                <c:pt idx="12">
                  <c:v>92</c:v>
                </c:pt>
                <c:pt idx="13">
                  <c:v>92</c:v>
                </c:pt>
                <c:pt idx="14">
                  <c:v>92</c:v>
                </c:pt>
                <c:pt idx="15">
                  <c:v>133</c:v>
                </c:pt>
                <c:pt idx="16">
                  <c:v>133</c:v>
                </c:pt>
                <c:pt idx="17">
                  <c:v>133</c:v>
                </c:pt>
                <c:pt idx="18">
                  <c:v>133</c:v>
                </c:pt>
                <c:pt idx="19">
                  <c:v>133</c:v>
                </c:pt>
                <c:pt idx="20">
                  <c:v>133</c:v>
                </c:pt>
                <c:pt idx="21">
                  <c:v>133</c:v>
                </c:pt>
                <c:pt idx="22">
                  <c:v>183</c:v>
                </c:pt>
                <c:pt idx="23">
                  <c:v>183</c:v>
                </c:pt>
                <c:pt idx="24">
                  <c:v>183</c:v>
                </c:pt>
                <c:pt idx="25">
                  <c:v>183</c:v>
                </c:pt>
                <c:pt idx="26">
                  <c:v>183</c:v>
                </c:pt>
                <c:pt idx="27">
                  <c:v>183</c:v>
                </c:pt>
                <c:pt idx="28">
                  <c:v>183</c:v>
                </c:pt>
                <c:pt idx="29">
                  <c:v>202</c:v>
                </c:pt>
                <c:pt idx="30">
                  <c:v>202</c:v>
                </c:pt>
                <c:pt idx="31">
                  <c:v>202</c:v>
                </c:pt>
                <c:pt idx="32">
                  <c:v>202</c:v>
                </c:pt>
                <c:pt idx="33">
                  <c:v>202</c:v>
                </c:pt>
                <c:pt idx="34">
                  <c:v>202</c:v>
                </c:pt>
                <c:pt idx="35">
                  <c:v>202</c:v>
                </c:pt>
                <c:pt idx="36">
                  <c:v>193</c:v>
                </c:pt>
                <c:pt idx="37">
                  <c:v>193</c:v>
                </c:pt>
                <c:pt idx="38">
                  <c:v>193</c:v>
                </c:pt>
                <c:pt idx="39">
                  <c:v>193</c:v>
                </c:pt>
                <c:pt idx="40">
                  <c:v>193</c:v>
                </c:pt>
                <c:pt idx="41">
                  <c:v>193</c:v>
                </c:pt>
                <c:pt idx="42">
                  <c:v>193</c:v>
                </c:pt>
                <c:pt idx="43">
                  <c:v>201</c:v>
                </c:pt>
                <c:pt idx="44">
                  <c:v>201</c:v>
                </c:pt>
                <c:pt idx="45">
                  <c:v>201</c:v>
                </c:pt>
                <c:pt idx="46">
                  <c:v>201</c:v>
                </c:pt>
                <c:pt idx="47">
                  <c:v>201</c:v>
                </c:pt>
                <c:pt idx="48">
                  <c:v>201</c:v>
                </c:pt>
                <c:pt idx="49">
                  <c:v>201</c:v>
                </c:pt>
                <c:pt idx="50">
                  <c:v>206</c:v>
                </c:pt>
                <c:pt idx="51">
                  <c:v>206</c:v>
                </c:pt>
                <c:pt idx="52">
                  <c:v>206</c:v>
                </c:pt>
                <c:pt idx="53">
                  <c:v>206</c:v>
                </c:pt>
                <c:pt idx="54">
                  <c:v>206</c:v>
                </c:pt>
                <c:pt idx="55">
                  <c:v>206</c:v>
                </c:pt>
                <c:pt idx="56">
                  <c:v>206</c:v>
                </c:pt>
                <c:pt idx="57">
                  <c:v>192</c:v>
                </c:pt>
                <c:pt idx="58">
                  <c:v>192</c:v>
                </c:pt>
                <c:pt idx="59">
                  <c:v>192</c:v>
                </c:pt>
                <c:pt idx="60">
                  <c:v>192</c:v>
                </c:pt>
                <c:pt idx="61">
                  <c:v>192</c:v>
                </c:pt>
                <c:pt idx="62">
                  <c:v>192</c:v>
                </c:pt>
                <c:pt idx="63">
                  <c:v>192</c:v>
                </c:pt>
                <c:pt idx="64">
                  <c:v>196</c:v>
                </c:pt>
                <c:pt idx="65">
                  <c:v>196</c:v>
                </c:pt>
                <c:pt idx="66">
                  <c:v>196</c:v>
                </c:pt>
                <c:pt idx="67">
                  <c:v>196</c:v>
                </c:pt>
                <c:pt idx="68">
                  <c:v>196</c:v>
                </c:pt>
                <c:pt idx="69">
                  <c:v>196</c:v>
                </c:pt>
                <c:pt idx="70">
                  <c:v>196</c:v>
                </c:pt>
                <c:pt idx="71">
                  <c:v>205</c:v>
                </c:pt>
                <c:pt idx="72">
                  <c:v>205</c:v>
                </c:pt>
                <c:pt idx="73">
                  <c:v>205</c:v>
                </c:pt>
                <c:pt idx="74">
                  <c:v>205</c:v>
                </c:pt>
                <c:pt idx="75">
                  <c:v>205</c:v>
                </c:pt>
                <c:pt idx="76">
                  <c:v>205</c:v>
                </c:pt>
                <c:pt idx="77">
                  <c:v>205</c:v>
                </c:pt>
                <c:pt idx="78">
                  <c:v>213</c:v>
                </c:pt>
                <c:pt idx="79">
                  <c:v>213</c:v>
                </c:pt>
                <c:pt idx="80">
                  <c:v>213</c:v>
                </c:pt>
                <c:pt idx="81">
                  <c:v>213</c:v>
                </c:pt>
                <c:pt idx="82">
                  <c:v>213</c:v>
                </c:pt>
                <c:pt idx="83">
                  <c:v>213</c:v>
                </c:pt>
                <c:pt idx="84">
                  <c:v>213</c:v>
                </c:pt>
                <c:pt idx="85">
                  <c:v>208</c:v>
                </c:pt>
                <c:pt idx="86">
                  <c:v>208</c:v>
                </c:pt>
                <c:pt idx="87">
                  <c:v>208</c:v>
                </c:pt>
                <c:pt idx="88">
                  <c:v>208</c:v>
                </c:pt>
                <c:pt idx="89">
                  <c:v>208</c:v>
                </c:pt>
                <c:pt idx="90">
                  <c:v>208</c:v>
                </c:pt>
                <c:pt idx="91">
                  <c:v>208</c:v>
                </c:pt>
                <c:pt idx="92">
                  <c:v>207</c:v>
                </c:pt>
                <c:pt idx="93">
                  <c:v>207</c:v>
                </c:pt>
                <c:pt idx="94">
                  <c:v>207</c:v>
                </c:pt>
                <c:pt idx="95">
                  <c:v>207</c:v>
                </c:pt>
                <c:pt idx="96">
                  <c:v>207</c:v>
                </c:pt>
                <c:pt idx="97">
                  <c:v>207</c:v>
                </c:pt>
                <c:pt idx="98">
                  <c:v>207</c:v>
                </c:pt>
                <c:pt idx="99">
                  <c:v>204</c:v>
                </c:pt>
                <c:pt idx="100">
                  <c:v>204</c:v>
                </c:pt>
                <c:pt idx="101">
                  <c:v>204</c:v>
                </c:pt>
                <c:pt idx="102">
                  <c:v>204</c:v>
                </c:pt>
                <c:pt idx="103">
                  <c:v>204</c:v>
                </c:pt>
                <c:pt idx="104">
                  <c:v>204</c:v>
                </c:pt>
                <c:pt idx="105">
                  <c:v>204</c:v>
                </c:pt>
                <c:pt idx="106">
                  <c:v>201</c:v>
                </c:pt>
                <c:pt idx="107">
                  <c:v>201</c:v>
                </c:pt>
                <c:pt idx="108">
                  <c:v>201</c:v>
                </c:pt>
                <c:pt idx="109">
                  <c:v>201</c:v>
                </c:pt>
                <c:pt idx="110">
                  <c:v>201</c:v>
                </c:pt>
                <c:pt idx="111">
                  <c:v>201</c:v>
                </c:pt>
                <c:pt idx="112">
                  <c:v>201</c:v>
                </c:pt>
                <c:pt idx="113">
                  <c:v>213</c:v>
                </c:pt>
                <c:pt idx="114">
                  <c:v>213</c:v>
                </c:pt>
                <c:pt idx="115">
                  <c:v>213</c:v>
                </c:pt>
                <c:pt idx="116">
                  <c:v>213</c:v>
                </c:pt>
                <c:pt idx="117">
                  <c:v>213</c:v>
                </c:pt>
                <c:pt idx="118">
                  <c:v>213</c:v>
                </c:pt>
                <c:pt idx="119">
                  <c:v>213</c:v>
                </c:pt>
                <c:pt idx="120">
                  <c:v>214</c:v>
                </c:pt>
                <c:pt idx="121">
                  <c:v>214</c:v>
                </c:pt>
                <c:pt idx="122">
                  <c:v>214</c:v>
                </c:pt>
                <c:pt idx="123">
                  <c:v>214</c:v>
                </c:pt>
                <c:pt idx="124">
                  <c:v>214</c:v>
                </c:pt>
                <c:pt idx="125">
                  <c:v>214</c:v>
                </c:pt>
                <c:pt idx="126">
                  <c:v>214</c:v>
                </c:pt>
                <c:pt idx="127">
                  <c:v>203</c:v>
                </c:pt>
                <c:pt idx="128">
                  <c:v>203</c:v>
                </c:pt>
                <c:pt idx="129">
                  <c:v>203</c:v>
                </c:pt>
                <c:pt idx="130">
                  <c:v>203</c:v>
                </c:pt>
                <c:pt idx="131">
                  <c:v>203</c:v>
                </c:pt>
                <c:pt idx="132">
                  <c:v>203</c:v>
                </c:pt>
                <c:pt idx="133">
                  <c:v>203</c:v>
                </c:pt>
                <c:pt idx="134">
                  <c:v>202</c:v>
                </c:pt>
                <c:pt idx="135">
                  <c:v>202</c:v>
                </c:pt>
                <c:pt idx="136">
                  <c:v>202</c:v>
                </c:pt>
                <c:pt idx="137">
                  <c:v>202</c:v>
                </c:pt>
                <c:pt idx="138">
                  <c:v>202</c:v>
                </c:pt>
                <c:pt idx="139">
                  <c:v>202</c:v>
                </c:pt>
                <c:pt idx="140">
                  <c:v>202</c:v>
                </c:pt>
                <c:pt idx="141">
                  <c:v>167</c:v>
                </c:pt>
                <c:pt idx="142">
                  <c:v>167</c:v>
                </c:pt>
                <c:pt idx="143">
                  <c:v>167</c:v>
                </c:pt>
                <c:pt idx="144">
                  <c:v>167</c:v>
                </c:pt>
                <c:pt idx="145">
                  <c:v>167</c:v>
                </c:pt>
                <c:pt idx="146">
                  <c:v>167</c:v>
                </c:pt>
                <c:pt idx="147">
                  <c:v>167</c:v>
                </c:pt>
                <c:pt idx="148">
                  <c:v>157</c:v>
                </c:pt>
                <c:pt idx="149">
                  <c:v>157</c:v>
                </c:pt>
                <c:pt idx="150">
                  <c:v>157</c:v>
                </c:pt>
                <c:pt idx="151">
                  <c:v>157</c:v>
                </c:pt>
                <c:pt idx="152">
                  <c:v>157</c:v>
                </c:pt>
                <c:pt idx="153">
                  <c:v>157</c:v>
                </c:pt>
                <c:pt idx="154">
                  <c:v>157</c:v>
                </c:pt>
                <c:pt idx="155">
                  <c:v>156</c:v>
                </c:pt>
                <c:pt idx="156">
                  <c:v>156</c:v>
                </c:pt>
                <c:pt idx="157">
                  <c:v>156</c:v>
                </c:pt>
                <c:pt idx="158">
                  <c:v>156</c:v>
                </c:pt>
                <c:pt idx="159">
                  <c:v>156</c:v>
                </c:pt>
                <c:pt idx="160">
                  <c:v>156</c:v>
                </c:pt>
                <c:pt idx="161">
                  <c:v>156</c:v>
                </c:pt>
                <c:pt idx="162">
                  <c:v>153</c:v>
                </c:pt>
                <c:pt idx="163">
                  <c:v>153</c:v>
                </c:pt>
                <c:pt idx="164">
                  <c:v>153</c:v>
                </c:pt>
                <c:pt idx="165">
                  <c:v>153</c:v>
                </c:pt>
                <c:pt idx="166">
                  <c:v>153</c:v>
                </c:pt>
                <c:pt idx="167">
                  <c:v>153</c:v>
                </c:pt>
                <c:pt idx="168">
                  <c:v>153</c:v>
                </c:pt>
                <c:pt idx="169">
                  <c:v>145</c:v>
                </c:pt>
                <c:pt idx="170">
                  <c:v>145</c:v>
                </c:pt>
                <c:pt idx="171">
                  <c:v>145</c:v>
                </c:pt>
                <c:pt idx="172">
                  <c:v>145</c:v>
                </c:pt>
                <c:pt idx="173">
                  <c:v>145</c:v>
                </c:pt>
                <c:pt idx="174">
                  <c:v>145</c:v>
                </c:pt>
                <c:pt idx="175">
                  <c:v>145</c:v>
                </c:pt>
                <c:pt idx="176">
                  <c:v>141</c:v>
                </c:pt>
                <c:pt idx="177">
                  <c:v>141</c:v>
                </c:pt>
                <c:pt idx="178">
                  <c:v>141</c:v>
                </c:pt>
                <c:pt idx="179">
                  <c:v>141</c:v>
                </c:pt>
                <c:pt idx="180">
                  <c:v>141</c:v>
                </c:pt>
                <c:pt idx="181">
                  <c:v>141</c:v>
                </c:pt>
                <c:pt idx="182">
                  <c:v>141</c:v>
                </c:pt>
                <c:pt idx="183">
                  <c:v>190</c:v>
                </c:pt>
                <c:pt idx="184">
                  <c:v>190</c:v>
                </c:pt>
                <c:pt idx="185">
                  <c:v>190</c:v>
                </c:pt>
                <c:pt idx="186">
                  <c:v>190</c:v>
                </c:pt>
                <c:pt idx="187">
                  <c:v>190</c:v>
                </c:pt>
                <c:pt idx="188">
                  <c:v>190</c:v>
                </c:pt>
                <c:pt idx="189">
                  <c:v>190</c:v>
                </c:pt>
                <c:pt idx="190">
                  <c:v>233</c:v>
                </c:pt>
                <c:pt idx="191">
                  <c:v>233</c:v>
                </c:pt>
                <c:pt idx="192">
                  <c:v>233</c:v>
                </c:pt>
                <c:pt idx="193">
                  <c:v>233</c:v>
                </c:pt>
                <c:pt idx="194">
                  <c:v>233</c:v>
                </c:pt>
                <c:pt idx="195">
                  <c:v>233</c:v>
                </c:pt>
                <c:pt idx="196">
                  <c:v>233</c:v>
                </c:pt>
                <c:pt idx="197">
                  <c:v>272</c:v>
                </c:pt>
                <c:pt idx="198">
                  <c:v>272</c:v>
                </c:pt>
                <c:pt idx="199">
                  <c:v>272</c:v>
                </c:pt>
                <c:pt idx="200">
                  <c:v>272</c:v>
                </c:pt>
                <c:pt idx="201">
                  <c:v>272</c:v>
                </c:pt>
                <c:pt idx="202">
                  <c:v>272</c:v>
                </c:pt>
                <c:pt idx="203">
                  <c:v>272</c:v>
                </c:pt>
                <c:pt idx="204">
                  <c:v>295</c:v>
                </c:pt>
                <c:pt idx="205">
                  <c:v>295</c:v>
                </c:pt>
                <c:pt idx="206">
                  <c:v>295</c:v>
                </c:pt>
                <c:pt idx="207">
                  <c:v>295</c:v>
                </c:pt>
                <c:pt idx="208">
                  <c:v>295</c:v>
                </c:pt>
                <c:pt idx="209">
                  <c:v>295</c:v>
                </c:pt>
                <c:pt idx="210">
                  <c:v>295</c:v>
                </c:pt>
                <c:pt idx="211">
                  <c:v>346</c:v>
                </c:pt>
                <c:pt idx="212">
                  <c:v>346</c:v>
                </c:pt>
                <c:pt idx="213">
                  <c:v>346</c:v>
                </c:pt>
                <c:pt idx="214">
                  <c:v>346</c:v>
                </c:pt>
                <c:pt idx="215">
                  <c:v>346</c:v>
                </c:pt>
                <c:pt idx="216">
                  <c:v>346</c:v>
                </c:pt>
                <c:pt idx="217">
                  <c:v>346</c:v>
                </c:pt>
                <c:pt idx="218">
                  <c:v>340</c:v>
                </c:pt>
                <c:pt idx="219">
                  <c:v>340</c:v>
                </c:pt>
                <c:pt idx="220">
                  <c:v>340</c:v>
                </c:pt>
                <c:pt idx="221">
                  <c:v>340</c:v>
                </c:pt>
                <c:pt idx="222">
                  <c:v>340</c:v>
                </c:pt>
                <c:pt idx="223">
                  <c:v>340</c:v>
                </c:pt>
                <c:pt idx="224">
                  <c:v>340</c:v>
                </c:pt>
                <c:pt idx="225">
                  <c:v>347</c:v>
                </c:pt>
                <c:pt idx="226">
                  <c:v>347</c:v>
                </c:pt>
                <c:pt idx="227">
                  <c:v>347</c:v>
                </c:pt>
                <c:pt idx="228">
                  <c:v>347</c:v>
                </c:pt>
                <c:pt idx="229">
                  <c:v>347</c:v>
                </c:pt>
                <c:pt idx="230">
                  <c:v>347</c:v>
                </c:pt>
                <c:pt idx="231">
                  <c:v>347</c:v>
                </c:pt>
                <c:pt idx="232">
                  <c:v>384</c:v>
                </c:pt>
                <c:pt idx="233">
                  <c:v>384</c:v>
                </c:pt>
                <c:pt idx="234">
                  <c:v>384</c:v>
                </c:pt>
                <c:pt idx="235">
                  <c:v>384</c:v>
                </c:pt>
                <c:pt idx="236">
                  <c:v>384</c:v>
                </c:pt>
                <c:pt idx="237">
                  <c:v>384</c:v>
                </c:pt>
                <c:pt idx="238">
                  <c:v>384</c:v>
                </c:pt>
                <c:pt idx="239">
                  <c:v>611</c:v>
                </c:pt>
                <c:pt idx="240">
                  <c:v>611</c:v>
                </c:pt>
                <c:pt idx="241">
                  <c:v>611</c:v>
                </c:pt>
                <c:pt idx="242">
                  <c:v>611</c:v>
                </c:pt>
                <c:pt idx="243">
                  <c:v>611</c:v>
                </c:pt>
                <c:pt idx="244">
                  <c:v>611</c:v>
                </c:pt>
                <c:pt idx="245">
                  <c:v>611</c:v>
                </c:pt>
                <c:pt idx="246">
                  <c:v>712</c:v>
                </c:pt>
                <c:pt idx="247">
                  <c:v>712</c:v>
                </c:pt>
                <c:pt idx="248">
                  <c:v>712</c:v>
                </c:pt>
                <c:pt idx="249">
                  <c:v>712</c:v>
                </c:pt>
                <c:pt idx="250">
                  <c:v>712</c:v>
                </c:pt>
                <c:pt idx="251">
                  <c:v>712</c:v>
                </c:pt>
                <c:pt idx="252">
                  <c:v>712</c:v>
                </c:pt>
                <c:pt idx="253">
                  <c:v>772</c:v>
                </c:pt>
                <c:pt idx="254">
                  <c:v>772</c:v>
                </c:pt>
                <c:pt idx="255">
                  <c:v>772</c:v>
                </c:pt>
                <c:pt idx="256">
                  <c:v>772</c:v>
                </c:pt>
                <c:pt idx="257">
                  <c:v>772</c:v>
                </c:pt>
                <c:pt idx="258">
                  <c:v>772</c:v>
                </c:pt>
                <c:pt idx="259">
                  <c:v>772</c:v>
                </c:pt>
                <c:pt idx="260">
                  <c:v>656</c:v>
                </c:pt>
                <c:pt idx="261">
                  <c:v>656</c:v>
                </c:pt>
                <c:pt idx="262">
                  <c:v>656</c:v>
                </c:pt>
                <c:pt idx="263">
                  <c:v>656</c:v>
                </c:pt>
                <c:pt idx="264">
                  <c:v>656</c:v>
                </c:pt>
                <c:pt idx="265">
                  <c:v>656</c:v>
                </c:pt>
                <c:pt idx="266">
                  <c:v>656</c:v>
                </c:pt>
                <c:pt idx="267">
                  <c:v>661</c:v>
                </c:pt>
                <c:pt idx="268">
                  <c:v>661</c:v>
                </c:pt>
                <c:pt idx="269">
                  <c:v>661</c:v>
                </c:pt>
                <c:pt idx="270">
                  <c:v>661</c:v>
                </c:pt>
                <c:pt idx="271">
                  <c:v>661</c:v>
                </c:pt>
                <c:pt idx="272">
                  <c:v>661</c:v>
                </c:pt>
                <c:pt idx="273">
                  <c:v>661</c:v>
                </c:pt>
                <c:pt idx="274">
                  <c:v>699</c:v>
                </c:pt>
                <c:pt idx="275">
                  <c:v>699</c:v>
                </c:pt>
                <c:pt idx="276">
                  <c:v>699</c:v>
                </c:pt>
                <c:pt idx="277">
                  <c:v>699</c:v>
                </c:pt>
                <c:pt idx="278">
                  <c:v>699</c:v>
                </c:pt>
                <c:pt idx="279">
                  <c:v>699</c:v>
                </c:pt>
                <c:pt idx="280">
                  <c:v>699</c:v>
                </c:pt>
                <c:pt idx="281">
                  <c:v>614</c:v>
                </c:pt>
                <c:pt idx="282">
                  <c:v>614</c:v>
                </c:pt>
                <c:pt idx="283">
                  <c:v>614</c:v>
                </c:pt>
                <c:pt idx="284">
                  <c:v>614</c:v>
                </c:pt>
                <c:pt idx="285">
                  <c:v>614</c:v>
                </c:pt>
                <c:pt idx="286">
                  <c:v>614</c:v>
                </c:pt>
                <c:pt idx="287">
                  <c:v>614</c:v>
                </c:pt>
                <c:pt idx="288">
                  <c:v>545</c:v>
                </c:pt>
                <c:pt idx="289">
                  <c:v>545</c:v>
                </c:pt>
                <c:pt idx="290">
                  <c:v>545</c:v>
                </c:pt>
                <c:pt idx="291">
                  <c:v>545</c:v>
                </c:pt>
                <c:pt idx="292">
                  <c:v>545</c:v>
                </c:pt>
                <c:pt idx="293">
                  <c:v>545</c:v>
                </c:pt>
                <c:pt idx="294">
                  <c:v>545</c:v>
                </c:pt>
                <c:pt idx="295">
                  <c:v>422</c:v>
                </c:pt>
                <c:pt idx="296">
                  <c:v>422</c:v>
                </c:pt>
                <c:pt idx="297">
                  <c:v>422</c:v>
                </c:pt>
                <c:pt idx="298">
                  <c:v>422</c:v>
                </c:pt>
                <c:pt idx="299">
                  <c:v>422</c:v>
                </c:pt>
                <c:pt idx="300">
                  <c:v>422</c:v>
                </c:pt>
                <c:pt idx="301">
                  <c:v>422</c:v>
                </c:pt>
                <c:pt idx="302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12E-4860-8C04-2BD80918CD07}"/>
            </c:ext>
          </c:extLst>
        </c:ser>
        <c:ser>
          <c:idx val="2"/>
          <c:order val="2"/>
          <c:tx>
            <c:strRef>
              <c:f>'DAUWAUMAU+ГРАФФИК'!$F$1</c:f>
              <c:strCache>
                <c:ptCount val="1"/>
                <c:pt idx="0">
                  <c:v>MAU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'DAUWAUMAU+ГРАФФИК'!$A$2:$A$304</c:f>
              <c:numCache>
                <c:formatCode>General</c:formatCode>
                <c:ptCount val="303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7</c:v>
                </c:pt>
                <c:pt idx="9">
                  <c:v>7</c:v>
                </c:pt>
                <c:pt idx="10">
                  <c:v>7</c:v>
                </c:pt>
                <c:pt idx="11">
                  <c:v>7</c:v>
                </c:pt>
                <c:pt idx="12">
                  <c:v>7</c:v>
                </c:pt>
                <c:pt idx="13">
                  <c:v>7</c:v>
                </c:pt>
                <c:pt idx="14">
                  <c:v>7</c:v>
                </c:pt>
                <c:pt idx="15">
                  <c:v>7</c:v>
                </c:pt>
                <c:pt idx="16">
                  <c:v>7</c:v>
                </c:pt>
                <c:pt idx="17">
                  <c:v>7</c:v>
                </c:pt>
                <c:pt idx="18">
                  <c:v>7</c:v>
                </c:pt>
                <c:pt idx="19">
                  <c:v>7</c:v>
                </c:pt>
                <c:pt idx="20">
                  <c:v>7</c:v>
                </c:pt>
                <c:pt idx="21">
                  <c:v>7</c:v>
                </c:pt>
                <c:pt idx="22">
                  <c:v>7</c:v>
                </c:pt>
                <c:pt idx="23">
                  <c:v>7</c:v>
                </c:pt>
                <c:pt idx="24">
                  <c:v>7</c:v>
                </c:pt>
                <c:pt idx="25">
                  <c:v>7</c:v>
                </c:pt>
                <c:pt idx="26">
                  <c:v>7</c:v>
                </c:pt>
                <c:pt idx="27">
                  <c:v>7</c:v>
                </c:pt>
                <c:pt idx="28">
                  <c:v>7</c:v>
                </c:pt>
                <c:pt idx="29">
                  <c:v>7</c:v>
                </c:pt>
                <c:pt idx="30">
                  <c:v>8</c:v>
                </c:pt>
                <c:pt idx="31">
                  <c:v>8</c:v>
                </c:pt>
                <c:pt idx="32">
                  <c:v>8</c:v>
                </c:pt>
                <c:pt idx="33">
                  <c:v>8</c:v>
                </c:pt>
                <c:pt idx="34">
                  <c:v>8</c:v>
                </c:pt>
                <c:pt idx="35">
                  <c:v>8</c:v>
                </c:pt>
                <c:pt idx="36">
                  <c:v>8</c:v>
                </c:pt>
                <c:pt idx="37">
                  <c:v>8</c:v>
                </c:pt>
                <c:pt idx="38">
                  <c:v>8</c:v>
                </c:pt>
                <c:pt idx="39">
                  <c:v>8</c:v>
                </c:pt>
                <c:pt idx="40">
                  <c:v>8</c:v>
                </c:pt>
                <c:pt idx="41">
                  <c:v>8</c:v>
                </c:pt>
                <c:pt idx="42">
                  <c:v>8</c:v>
                </c:pt>
                <c:pt idx="43">
                  <c:v>8</c:v>
                </c:pt>
                <c:pt idx="44">
                  <c:v>8</c:v>
                </c:pt>
                <c:pt idx="45">
                  <c:v>8</c:v>
                </c:pt>
                <c:pt idx="46">
                  <c:v>8</c:v>
                </c:pt>
                <c:pt idx="47">
                  <c:v>8</c:v>
                </c:pt>
                <c:pt idx="48">
                  <c:v>8</c:v>
                </c:pt>
                <c:pt idx="49">
                  <c:v>8</c:v>
                </c:pt>
                <c:pt idx="50">
                  <c:v>8</c:v>
                </c:pt>
                <c:pt idx="51">
                  <c:v>8</c:v>
                </c:pt>
                <c:pt idx="52">
                  <c:v>8</c:v>
                </c:pt>
                <c:pt idx="53">
                  <c:v>8</c:v>
                </c:pt>
                <c:pt idx="54">
                  <c:v>8</c:v>
                </c:pt>
                <c:pt idx="55">
                  <c:v>8</c:v>
                </c:pt>
                <c:pt idx="56">
                  <c:v>8</c:v>
                </c:pt>
                <c:pt idx="57">
                  <c:v>8</c:v>
                </c:pt>
                <c:pt idx="58">
                  <c:v>8</c:v>
                </c:pt>
                <c:pt idx="59">
                  <c:v>8</c:v>
                </c:pt>
                <c:pt idx="60">
                  <c:v>8</c:v>
                </c:pt>
                <c:pt idx="61">
                  <c:v>9</c:v>
                </c:pt>
                <c:pt idx="62">
                  <c:v>9</c:v>
                </c:pt>
                <c:pt idx="63">
                  <c:v>9</c:v>
                </c:pt>
                <c:pt idx="64">
                  <c:v>9</c:v>
                </c:pt>
                <c:pt idx="65">
                  <c:v>9</c:v>
                </c:pt>
                <c:pt idx="66">
                  <c:v>9</c:v>
                </c:pt>
                <c:pt idx="67">
                  <c:v>9</c:v>
                </c:pt>
                <c:pt idx="68">
                  <c:v>9</c:v>
                </c:pt>
                <c:pt idx="69">
                  <c:v>9</c:v>
                </c:pt>
                <c:pt idx="70">
                  <c:v>9</c:v>
                </c:pt>
                <c:pt idx="71">
                  <c:v>9</c:v>
                </c:pt>
                <c:pt idx="72">
                  <c:v>9</c:v>
                </c:pt>
                <c:pt idx="73">
                  <c:v>9</c:v>
                </c:pt>
                <c:pt idx="74">
                  <c:v>9</c:v>
                </c:pt>
                <c:pt idx="75">
                  <c:v>9</c:v>
                </c:pt>
                <c:pt idx="76">
                  <c:v>9</c:v>
                </c:pt>
                <c:pt idx="77">
                  <c:v>9</c:v>
                </c:pt>
                <c:pt idx="78">
                  <c:v>9</c:v>
                </c:pt>
                <c:pt idx="79">
                  <c:v>9</c:v>
                </c:pt>
                <c:pt idx="80">
                  <c:v>9</c:v>
                </c:pt>
                <c:pt idx="81">
                  <c:v>9</c:v>
                </c:pt>
                <c:pt idx="82">
                  <c:v>9</c:v>
                </c:pt>
                <c:pt idx="83">
                  <c:v>9</c:v>
                </c:pt>
                <c:pt idx="84">
                  <c:v>9</c:v>
                </c:pt>
                <c:pt idx="85">
                  <c:v>9</c:v>
                </c:pt>
                <c:pt idx="86">
                  <c:v>9</c:v>
                </c:pt>
                <c:pt idx="87">
                  <c:v>9</c:v>
                </c:pt>
                <c:pt idx="88">
                  <c:v>9</c:v>
                </c:pt>
                <c:pt idx="89">
                  <c:v>9</c:v>
                </c:pt>
                <c:pt idx="90">
                  <c:v>9</c:v>
                </c:pt>
                <c:pt idx="91">
                  <c:v>10</c:v>
                </c:pt>
                <c:pt idx="92">
                  <c:v>10</c:v>
                </c:pt>
                <c:pt idx="93">
                  <c:v>10</c:v>
                </c:pt>
                <c:pt idx="94">
                  <c:v>10</c:v>
                </c:pt>
                <c:pt idx="95">
                  <c:v>10</c:v>
                </c:pt>
                <c:pt idx="96">
                  <c:v>10</c:v>
                </c:pt>
                <c:pt idx="97">
                  <c:v>10</c:v>
                </c:pt>
                <c:pt idx="98">
                  <c:v>10</c:v>
                </c:pt>
                <c:pt idx="99">
                  <c:v>10</c:v>
                </c:pt>
                <c:pt idx="100">
                  <c:v>10</c:v>
                </c:pt>
                <c:pt idx="101">
                  <c:v>10</c:v>
                </c:pt>
                <c:pt idx="102">
                  <c:v>10</c:v>
                </c:pt>
                <c:pt idx="103">
                  <c:v>10</c:v>
                </c:pt>
                <c:pt idx="104">
                  <c:v>10</c:v>
                </c:pt>
                <c:pt idx="105">
                  <c:v>10</c:v>
                </c:pt>
                <c:pt idx="106">
                  <c:v>10</c:v>
                </c:pt>
                <c:pt idx="107">
                  <c:v>10</c:v>
                </c:pt>
                <c:pt idx="108">
                  <c:v>10</c:v>
                </c:pt>
                <c:pt idx="109">
                  <c:v>10</c:v>
                </c:pt>
                <c:pt idx="110">
                  <c:v>10</c:v>
                </c:pt>
                <c:pt idx="111">
                  <c:v>10</c:v>
                </c:pt>
                <c:pt idx="112">
                  <c:v>10</c:v>
                </c:pt>
                <c:pt idx="113">
                  <c:v>10</c:v>
                </c:pt>
                <c:pt idx="114">
                  <c:v>10</c:v>
                </c:pt>
                <c:pt idx="115">
                  <c:v>10</c:v>
                </c:pt>
                <c:pt idx="116">
                  <c:v>10</c:v>
                </c:pt>
                <c:pt idx="117">
                  <c:v>10</c:v>
                </c:pt>
                <c:pt idx="118">
                  <c:v>10</c:v>
                </c:pt>
                <c:pt idx="119">
                  <c:v>10</c:v>
                </c:pt>
                <c:pt idx="120">
                  <c:v>10</c:v>
                </c:pt>
                <c:pt idx="121">
                  <c:v>10</c:v>
                </c:pt>
                <c:pt idx="122">
                  <c:v>11</c:v>
                </c:pt>
                <c:pt idx="123">
                  <c:v>11</c:v>
                </c:pt>
                <c:pt idx="124">
                  <c:v>11</c:v>
                </c:pt>
                <c:pt idx="125">
                  <c:v>11</c:v>
                </c:pt>
                <c:pt idx="126">
                  <c:v>11</c:v>
                </c:pt>
                <c:pt idx="127">
                  <c:v>11</c:v>
                </c:pt>
                <c:pt idx="128">
                  <c:v>11</c:v>
                </c:pt>
                <c:pt idx="129">
                  <c:v>11</c:v>
                </c:pt>
                <c:pt idx="130">
                  <c:v>11</c:v>
                </c:pt>
                <c:pt idx="131">
                  <c:v>11</c:v>
                </c:pt>
                <c:pt idx="132">
                  <c:v>11</c:v>
                </c:pt>
                <c:pt idx="133">
                  <c:v>11</c:v>
                </c:pt>
                <c:pt idx="134">
                  <c:v>11</c:v>
                </c:pt>
                <c:pt idx="135">
                  <c:v>11</c:v>
                </c:pt>
                <c:pt idx="136">
                  <c:v>11</c:v>
                </c:pt>
                <c:pt idx="137">
                  <c:v>11</c:v>
                </c:pt>
                <c:pt idx="138">
                  <c:v>11</c:v>
                </c:pt>
                <c:pt idx="139">
                  <c:v>11</c:v>
                </c:pt>
                <c:pt idx="140">
                  <c:v>11</c:v>
                </c:pt>
                <c:pt idx="141">
                  <c:v>11</c:v>
                </c:pt>
                <c:pt idx="142">
                  <c:v>11</c:v>
                </c:pt>
                <c:pt idx="143">
                  <c:v>11</c:v>
                </c:pt>
                <c:pt idx="144">
                  <c:v>11</c:v>
                </c:pt>
                <c:pt idx="145">
                  <c:v>11</c:v>
                </c:pt>
                <c:pt idx="146">
                  <c:v>11</c:v>
                </c:pt>
                <c:pt idx="147">
                  <c:v>11</c:v>
                </c:pt>
                <c:pt idx="148">
                  <c:v>11</c:v>
                </c:pt>
                <c:pt idx="149">
                  <c:v>11</c:v>
                </c:pt>
                <c:pt idx="150">
                  <c:v>11</c:v>
                </c:pt>
                <c:pt idx="151">
                  <c:v>11</c:v>
                </c:pt>
                <c:pt idx="152">
                  <c:v>12</c:v>
                </c:pt>
                <c:pt idx="153">
                  <c:v>12</c:v>
                </c:pt>
                <c:pt idx="154">
                  <c:v>12</c:v>
                </c:pt>
                <c:pt idx="155">
                  <c:v>12</c:v>
                </c:pt>
                <c:pt idx="156">
                  <c:v>12</c:v>
                </c:pt>
                <c:pt idx="157">
                  <c:v>12</c:v>
                </c:pt>
                <c:pt idx="158">
                  <c:v>12</c:v>
                </c:pt>
                <c:pt idx="159">
                  <c:v>12</c:v>
                </c:pt>
                <c:pt idx="160">
                  <c:v>12</c:v>
                </c:pt>
                <c:pt idx="161">
                  <c:v>12</c:v>
                </c:pt>
                <c:pt idx="162">
                  <c:v>12</c:v>
                </c:pt>
                <c:pt idx="163">
                  <c:v>12</c:v>
                </c:pt>
                <c:pt idx="164">
                  <c:v>12</c:v>
                </c:pt>
                <c:pt idx="165">
                  <c:v>12</c:v>
                </c:pt>
                <c:pt idx="166">
                  <c:v>12</c:v>
                </c:pt>
                <c:pt idx="167">
                  <c:v>12</c:v>
                </c:pt>
                <c:pt idx="168">
                  <c:v>12</c:v>
                </c:pt>
                <c:pt idx="169">
                  <c:v>12</c:v>
                </c:pt>
                <c:pt idx="170">
                  <c:v>12</c:v>
                </c:pt>
                <c:pt idx="171">
                  <c:v>12</c:v>
                </c:pt>
                <c:pt idx="172">
                  <c:v>12</c:v>
                </c:pt>
                <c:pt idx="173">
                  <c:v>12</c:v>
                </c:pt>
                <c:pt idx="174">
                  <c:v>12</c:v>
                </c:pt>
                <c:pt idx="175">
                  <c:v>12</c:v>
                </c:pt>
                <c:pt idx="176">
                  <c:v>12</c:v>
                </c:pt>
                <c:pt idx="177">
                  <c:v>12</c:v>
                </c:pt>
                <c:pt idx="178">
                  <c:v>12</c:v>
                </c:pt>
                <c:pt idx="179">
                  <c:v>12</c:v>
                </c:pt>
                <c:pt idx="180">
                  <c:v>12</c:v>
                </c:pt>
                <c:pt idx="181">
                  <c:v>12</c:v>
                </c:pt>
                <c:pt idx="182">
                  <c:v>12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1</c:v>
                </c:pt>
                <c:pt idx="203">
                  <c:v>1</c:v>
                </c:pt>
                <c:pt idx="204">
                  <c:v>1</c:v>
                </c:pt>
                <c:pt idx="205">
                  <c:v>1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2</c:v>
                </c:pt>
                <c:pt idx="215">
                  <c:v>2</c:v>
                </c:pt>
                <c:pt idx="216">
                  <c:v>2</c:v>
                </c:pt>
                <c:pt idx="217">
                  <c:v>2</c:v>
                </c:pt>
                <c:pt idx="218">
                  <c:v>2</c:v>
                </c:pt>
                <c:pt idx="219">
                  <c:v>2</c:v>
                </c:pt>
                <c:pt idx="220">
                  <c:v>2</c:v>
                </c:pt>
                <c:pt idx="221">
                  <c:v>2</c:v>
                </c:pt>
                <c:pt idx="222">
                  <c:v>2</c:v>
                </c:pt>
                <c:pt idx="223">
                  <c:v>2</c:v>
                </c:pt>
                <c:pt idx="224">
                  <c:v>2</c:v>
                </c:pt>
                <c:pt idx="225">
                  <c:v>2</c:v>
                </c:pt>
                <c:pt idx="226">
                  <c:v>2</c:v>
                </c:pt>
                <c:pt idx="227">
                  <c:v>2</c:v>
                </c:pt>
                <c:pt idx="228">
                  <c:v>2</c:v>
                </c:pt>
                <c:pt idx="229">
                  <c:v>2</c:v>
                </c:pt>
                <c:pt idx="230">
                  <c:v>2</c:v>
                </c:pt>
                <c:pt idx="231">
                  <c:v>2</c:v>
                </c:pt>
                <c:pt idx="232">
                  <c:v>2</c:v>
                </c:pt>
                <c:pt idx="233">
                  <c:v>2</c:v>
                </c:pt>
                <c:pt idx="234">
                  <c:v>2</c:v>
                </c:pt>
                <c:pt idx="235">
                  <c:v>2</c:v>
                </c:pt>
                <c:pt idx="236">
                  <c:v>2</c:v>
                </c:pt>
                <c:pt idx="237">
                  <c:v>2</c:v>
                </c:pt>
                <c:pt idx="238">
                  <c:v>2</c:v>
                </c:pt>
                <c:pt idx="239">
                  <c:v>2</c:v>
                </c:pt>
                <c:pt idx="240">
                  <c:v>2</c:v>
                </c:pt>
                <c:pt idx="241">
                  <c:v>2</c:v>
                </c:pt>
                <c:pt idx="242">
                  <c:v>3</c:v>
                </c:pt>
                <c:pt idx="243">
                  <c:v>3</c:v>
                </c:pt>
                <c:pt idx="244">
                  <c:v>3</c:v>
                </c:pt>
                <c:pt idx="245">
                  <c:v>3</c:v>
                </c:pt>
                <c:pt idx="246">
                  <c:v>3</c:v>
                </c:pt>
                <c:pt idx="247">
                  <c:v>3</c:v>
                </c:pt>
                <c:pt idx="248">
                  <c:v>3</c:v>
                </c:pt>
                <c:pt idx="249">
                  <c:v>3</c:v>
                </c:pt>
                <c:pt idx="250">
                  <c:v>3</c:v>
                </c:pt>
                <c:pt idx="251">
                  <c:v>3</c:v>
                </c:pt>
                <c:pt idx="252">
                  <c:v>3</c:v>
                </c:pt>
                <c:pt idx="253">
                  <c:v>3</c:v>
                </c:pt>
                <c:pt idx="254">
                  <c:v>3</c:v>
                </c:pt>
                <c:pt idx="255">
                  <c:v>3</c:v>
                </c:pt>
                <c:pt idx="256">
                  <c:v>3</c:v>
                </c:pt>
                <c:pt idx="257">
                  <c:v>3</c:v>
                </c:pt>
                <c:pt idx="258">
                  <c:v>3</c:v>
                </c:pt>
                <c:pt idx="259">
                  <c:v>3</c:v>
                </c:pt>
                <c:pt idx="260">
                  <c:v>3</c:v>
                </c:pt>
                <c:pt idx="261">
                  <c:v>3</c:v>
                </c:pt>
                <c:pt idx="262">
                  <c:v>3</c:v>
                </c:pt>
                <c:pt idx="263">
                  <c:v>3</c:v>
                </c:pt>
                <c:pt idx="264">
                  <c:v>3</c:v>
                </c:pt>
                <c:pt idx="265">
                  <c:v>3</c:v>
                </c:pt>
                <c:pt idx="266">
                  <c:v>3</c:v>
                </c:pt>
                <c:pt idx="267">
                  <c:v>3</c:v>
                </c:pt>
                <c:pt idx="268">
                  <c:v>3</c:v>
                </c:pt>
                <c:pt idx="269">
                  <c:v>3</c:v>
                </c:pt>
                <c:pt idx="270">
                  <c:v>3</c:v>
                </c:pt>
                <c:pt idx="271">
                  <c:v>3</c:v>
                </c:pt>
                <c:pt idx="272">
                  <c:v>3</c:v>
                </c:pt>
                <c:pt idx="273">
                  <c:v>4</c:v>
                </c:pt>
                <c:pt idx="274">
                  <c:v>4</c:v>
                </c:pt>
                <c:pt idx="275">
                  <c:v>4</c:v>
                </c:pt>
                <c:pt idx="276">
                  <c:v>4</c:v>
                </c:pt>
                <c:pt idx="277">
                  <c:v>4</c:v>
                </c:pt>
                <c:pt idx="278">
                  <c:v>4</c:v>
                </c:pt>
                <c:pt idx="279">
                  <c:v>4</c:v>
                </c:pt>
                <c:pt idx="280">
                  <c:v>4</c:v>
                </c:pt>
                <c:pt idx="281">
                  <c:v>4</c:v>
                </c:pt>
                <c:pt idx="282">
                  <c:v>4</c:v>
                </c:pt>
                <c:pt idx="283">
                  <c:v>4</c:v>
                </c:pt>
                <c:pt idx="284">
                  <c:v>4</c:v>
                </c:pt>
                <c:pt idx="285">
                  <c:v>4</c:v>
                </c:pt>
                <c:pt idx="286">
                  <c:v>4</c:v>
                </c:pt>
                <c:pt idx="287">
                  <c:v>4</c:v>
                </c:pt>
                <c:pt idx="288">
                  <c:v>4</c:v>
                </c:pt>
                <c:pt idx="289">
                  <c:v>4</c:v>
                </c:pt>
                <c:pt idx="290">
                  <c:v>4</c:v>
                </c:pt>
                <c:pt idx="291">
                  <c:v>4</c:v>
                </c:pt>
                <c:pt idx="292">
                  <c:v>4</c:v>
                </c:pt>
                <c:pt idx="293">
                  <c:v>4</c:v>
                </c:pt>
                <c:pt idx="294">
                  <c:v>4</c:v>
                </c:pt>
                <c:pt idx="295">
                  <c:v>4</c:v>
                </c:pt>
                <c:pt idx="296">
                  <c:v>4</c:v>
                </c:pt>
                <c:pt idx="297">
                  <c:v>4</c:v>
                </c:pt>
                <c:pt idx="298">
                  <c:v>4</c:v>
                </c:pt>
                <c:pt idx="299">
                  <c:v>4</c:v>
                </c:pt>
                <c:pt idx="300">
                  <c:v>4</c:v>
                </c:pt>
                <c:pt idx="301">
                  <c:v>4</c:v>
                </c:pt>
                <c:pt idx="302">
                  <c:v>4</c:v>
                </c:pt>
              </c:numCache>
            </c:numRef>
          </c:cat>
          <c:val>
            <c:numRef>
              <c:f>'DAUWAUMAU+ГРАФФИК'!$F$2:$F$304</c:f>
              <c:numCache>
                <c:formatCode>General</c:formatCode>
                <c:ptCount val="303"/>
                <c:pt idx="0">
                  <c:v>193</c:v>
                </c:pt>
                <c:pt idx="1">
                  <c:v>193</c:v>
                </c:pt>
                <c:pt idx="2">
                  <c:v>193</c:v>
                </c:pt>
                <c:pt idx="3">
                  <c:v>193</c:v>
                </c:pt>
                <c:pt idx="4">
                  <c:v>193</c:v>
                </c:pt>
                <c:pt idx="5">
                  <c:v>193</c:v>
                </c:pt>
                <c:pt idx="6">
                  <c:v>193</c:v>
                </c:pt>
                <c:pt idx="7">
                  <c:v>193</c:v>
                </c:pt>
                <c:pt idx="8">
                  <c:v>193</c:v>
                </c:pt>
                <c:pt idx="9">
                  <c:v>193</c:v>
                </c:pt>
                <c:pt idx="10">
                  <c:v>193</c:v>
                </c:pt>
                <c:pt idx="11">
                  <c:v>193</c:v>
                </c:pt>
                <c:pt idx="12">
                  <c:v>193</c:v>
                </c:pt>
                <c:pt idx="13">
                  <c:v>193</c:v>
                </c:pt>
                <c:pt idx="14">
                  <c:v>193</c:v>
                </c:pt>
                <c:pt idx="15">
                  <c:v>193</c:v>
                </c:pt>
                <c:pt idx="16">
                  <c:v>193</c:v>
                </c:pt>
                <c:pt idx="17">
                  <c:v>193</c:v>
                </c:pt>
                <c:pt idx="18">
                  <c:v>193</c:v>
                </c:pt>
                <c:pt idx="19">
                  <c:v>193</c:v>
                </c:pt>
                <c:pt idx="20">
                  <c:v>193</c:v>
                </c:pt>
                <c:pt idx="21">
                  <c:v>193</c:v>
                </c:pt>
                <c:pt idx="22">
                  <c:v>193</c:v>
                </c:pt>
                <c:pt idx="23">
                  <c:v>193</c:v>
                </c:pt>
                <c:pt idx="24">
                  <c:v>193</c:v>
                </c:pt>
                <c:pt idx="25">
                  <c:v>193</c:v>
                </c:pt>
                <c:pt idx="26">
                  <c:v>193</c:v>
                </c:pt>
                <c:pt idx="27">
                  <c:v>193</c:v>
                </c:pt>
                <c:pt idx="28">
                  <c:v>193</c:v>
                </c:pt>
                <c:pt idx="29">
                  <c:v>193</c:v>
                </c:pt>
                <c:pt idx="30">
                  <c:v>366</c:v>
                </c:pt>
                <c:pt idx="31">
                  <c:v>366</c:v>
                </c:pt>
                <c:pt idx="32">
                  <c:v>366</c:v>
                </c:pt>
                <c:pt idx="33">
                  <c:v>366</c:v>
                </c:pt>
                <c:pt idx="34">
                  <c:v>366</c:v>
                </c:pt>
                <c:pt idx="35">
                  <c:v>366</c:v>
                </c:pt>
                <c:pt idx="36">
                  <c:v>366</c:v>
                </c:pt>
                <c:pt idx="37">
                  <c:v>366</c:v>
                </c:pt>
                <c:pt idx="38">
                  <c:v>366</c:v>
                </c:pt>
                <c:pt idx="39">
                  <c:v>366</c:v>
                </c:pt>
                <c:pt idx="40">
                  <c:v>366</c:v>
                </c:pt>
                <c:pt idx="41">
                  <c:v>366</c:v>
                </c:pt>
                <c:pt idx="42">
                  <c:v>366</c:v>
                </c:pt>
                <c:pt idx="43">
                  <c:v>366</c:v>
                </c:pt>
                <c:pt idx="44">
                  <c:v>366</c:v>
                </c:pt>
                <c:pt idx="45">
                  <c:v>366</c:v>
                </c:pt>
                <c:pt idx="46">
                  <c:v>366</c:v>
                </c:pt>
                <c:pt idx="47">
                  <c:v>366</c:v>
                </c:pt>
                <c:pt idx="48">
                  <c:v>366</c:v>
                </c:pt>
                <c:pt idx="49">
                  <c:v>366</c:v>
                </c:pt>
                <c:pt idx="50">
                  <c:v>366</c:v>
                </c:pt>
                <c:pt idx="51">
                  <c:v>366</c:v>
                </c:pt>
                <c:pt idx="52">
                  <c:v>366</c:v>
                </c:pt>
                <c:pt idx="53">
                  <c:v>366</c:v>
                </c:pt>
                <c:pt idx="54">
                  <c:v>366</c:v>
                </c:pt>
                <c:pt idx="55">
                  <c:v>366</c:v>
                </c:pt>
                <c:pt idx="56">
                  <c:v>366</c:v>
                </c:pt>
                <c:pt idx="57">
                  <c:v>366</c:v>
                </c:pt>
                <c:pt idx="58">
                  <c:v>366</c:v>
                </c:pt>
                <c:pt idx="59">
                  <c:v>366</c:v>
                </c:pt>
                <c:pt idx="60">
                  <c:v>366</c:v>
                </c:pt>
                <c:pt idx="61">
                  <c:v>378</c:v>
                </c:pt>
                <c:pt idx="62">
                  <c:v>378</c:v>
                </c:pt>
                <c:pt idx="63">
                  <c:v>378</c:v>
                </c:pt>
                <c:pt idx="64">
                  <c:v>378</c:v>
                </c:pt>
                <c:pt idx="65">
                  <c:v>378</c:v>
                </c:pt>
                <c:pt idx="66">
                  <c:v>378</c:v>
                </c:pt>
                <c:pt idx="67">
                  <c:v>378</c:v>
                </c:pt>
                <c:pt idx="68">
                  <c:v>378</c:v>
                </c:pt>
                <c:pt idx="69">
                  <c:v>378</c:v>
                </c:pt>
                <c:pt idx="70">
                  <c:v>378</c:v>
                </c:pt>
                <c:pt idx="71">
                  <c:v>378</c:v>
                </c:pt>
                <c:pt idx="72">
                  <c:v>378</c:v>
                </c:pt>
                <c:pt idx="73">
                  <c:v>378</c:v>
                </c:pt>
                <c:pt idx="74">
                  <c:v>378</c:v>
                </c:pt>
                <c:pt idx="75">
                  <c:v>378</c:v>
                </c:pt>
                <c:pt idx="76">
                  <c:v>378</c:v>
                </c:pt>
                <c:pt idx="77">
                  <c:v>378</c:v>
                </c:pt>
                <c:pt idx="78">
                  <c:v>378</c:v>
                </c:pt>
                <c:pt idx="79">
                  <c:v>378</c:v>
                </c:pt>
                <c:pt idx="80">
                  <c:v>378</c:v>
                </c:pt>
                <c:pt idx="81">
                  <c:v>378</c:v>
                </c:pt>
                <c:pt idx="82">
                  <c:v>378</c:v>
                </c:pt>
                <c:pt idx="83">
                  <c:v>378</c:v>
                </c:pt>
                <c:pt idx="84">
                  <c:v>378</c:v>
                </c:pt>
                <c:pt idx="85">
                  <c:v>378</c:v>
                </c:pt>
                <c:pt idx="86">
                  <c:v>378</c:v>
                </c:pt>
                <c:pt idx="87">
                  <c:v>378</c:v>
                </c:pt>
                <c:pt idx="88">
                  <c:v>378</c:v>
                </c:pt>
                <c:pt idx="89">
                  <c:v>378</c:v>
                </c:pt>
                <c:pt idx="90">
                  <c:v>378</c:v>
                </c:pt>
                <c:pt idx="91">
                  <c:v>393</c:v>
                </c:pt>
                <c:pt idx="92">
                  <c:v>393</c:v>
                </c:pt>
                <c:pt idx="93">
                  <c:v>393</c:v>
                </c:pt>
                <c:pt idx="94">
                  <c:v>393</c:v>
                </c:pt>
                <c:pt idx="95">
                  <c:v>393</c:v>
                </c:pt>
                <c:pt idx="96">
                  <c:v>393</c:v>
                </c:pt>
                <c:pt idx="97">
                  <c:v>393</c:v>
                </c:pt>
                <c:pt idx="98">
                  <c:v>393</c:v>
                </c:pt>
                <c:pt idx="99">
                  <c:v>393</c:v>
                </c:pt>
                <c:pt idx="100">
                  <c:v>393</c:v>
                </c:pt>
                <c:pt idx="101">
                  <c:v>393</c:v>
                </c:pt>
                <c:pt idx="102">
                  <c:v>393</c:v>
                </c:pt>
                <c:pt idx="103">
                  <c:v>393</c:v>
                </c:pt>
                <c:pt idx="104">
                  <c:v>393</c:v>
                </c:pt>
                <c:pt idx="105">
                  <c:v>393</c:v>
                </c:pt>
                <c:pt idx="106">
                  <c:v>393</c:v>
                </c:pt>
                <c:pt idx="107">
                  <c:v>393</c:v>
                </c:pt>
                <c:pt idx="108">
                  <c:v>393</c:v>
                </c:pt>
                <c:pt idx="109">
                  <c:v>393</c:v>
                </c:pt>
                <c:pt idx="110">
                  <c:v>393</c:v>
                </c:pt>
                <c:pt idx="111">
                  <c:v>393</c:v>
                </c:pt>
                <c:pt idx="112">
                  <c:v>393</c:v>
                </c:pt>
                <c:pt idx="113">
                  <c:v>393</c:v>
                </c:pt>
                <c:pt idx="114">
                  <c:v>393</c:v>
                </c:pt>
                <c:pt idx="115">
                  <c:v>393</c:v>
                </c:pt>
                <c:pt idx="116">
                  <c:v>393</c:v>
                </c:pt>
                <c:pt idx="117">
                  <c:v>393</c:v>
                </c:pt>
                <c:pt idx="118">
                  <c:v>393</c:v>
                </c:pt>
                <c:pt idx="119">
                  <c:v>393</c:v>
                </c:pt>
                <c:pt idx="120">
                  <c:v>393</c:v>
                </c:pt>
                <c:pt idx="121">
                  <c:v>393</c:v>
                </c:pt>
                <c:pt idx="122">
                  <c:v>426</c:v>
                </c:pt>
                <c:pt idx="123">
                  <c:v>426</c:v>
                </c:pt>
                <c:pt idx="124">
                  <c:v>426</c:v>
                </c:pt>
                <c:pt idx="125">
                  <c:v>426</c:v>
                </c:pt>
                <c:pt idx="126">
                  <c:v>426</c:v>
                </c:pt>
                <c:pt idx="127">
                  <c:v>426</c:v>
                </c:pt>
                <c:pt idx="128">
                  <c:v>426</c:v>
                </c:pt>
                <c:pt idx="129">
                  <c:v>426</c:v>
                </c:pt>
                <c:pt idx="130">
                  <c:v>426</c:v>
                </c:pt>
                <c:pt idx="131">
                  <c:v>426</c:v>
                </c:pt>
                <c:pt idx="132">
                  <c:v>426</c:v>
                </c:pt>
                <c:pt idx="133">
                  <c:v>426</c:v>
                </c:pt>
                <c:pt idx="134">
                  <c:v>426</c:v>
                </c:pt>
                <c:pt idx="135">
                  <c:v>426</c:v>
                </c:pt>
                <c:pt idx="136">
                  <c:v>426</c:v>
                </c:pt>
                <c:pt idx="137">
                  <c:v>426</c:v>
                </c:pt>
                <c:pt idx="138">
                  <c:v>426</c:v>
                </c:pt>
                <c:pt idx="139">
                  <c:v>426</c:v>
                </c:pt>
                <c:pt idx="140">
                  <c:v>426</c:v>
                </c:pt>
                <c:pt idx="141">
                  <c:v>426</c:v>
                </c:pt>
                <c:pt idx="142">
                  <c:v>426</c:v>
                </c:pt>
                <c:pt idx="143">
                  <c:v>426</c:v>
                </c:pt>
                <c:pt idx="144">
                  <c:v>426</c:v>
                </c:pt>
                <c:pt idx="145">
                  <c:v>426</c:v>
                </c:pt>
                <c:pt idx="146">
                  <c:v>426</c:v>
                </c:pt>
                <c:pt idx="147">
                  <c:v>426</c:v>
                </c:pt>
                <c:pt idx="148">
                  <c:v>426</c:v>
                </c:pt>
                <c:pt idx="149">
                  <c:v>426</c:v>
                </c:pt>
                <c:pt idx="150">
                  <c:v>426</c:v>
                </c:pt>
                <c:pt idx="151">
                  <c:v>426</c:v>
                </c:pt>
                <c:pt idx="152">
                  <c:v>390</c:v>
                </c:pt>
                <c:pt idx="153">
                  <c:v>390</c:v>
                </c:pt>
                <c:pt idx="154">
                  <c:v>390</c:v>
                </c:pt>
                <c:pt idx="155">
                  <c:v>390</c:v>
                </c:pt>
                <c:pt idx="156">
                  <c:v>390</c:v>
                </c:pt>
                <c:pt idx="157">
                  <c:v>390</c:v>
                </c:pt>
                <c:pt idx="158">
                  <c:v>390</c:v>
                </c:pt>
                <c:pt idx="159">
                  <c:v>390</c:v>
                </c:pt>
                <c:pt idx="160">
                  <c:v>390</c:v>
                </c:pt>
                <c:pt idx="161">
                  <c:v>390</c:v>
                </c:pt>
                <c:pt idx="162">
                  <c:v>390</c:v>
                </c:pt>
                <c:pt idx="163">
                  <c:v>390</c:v>
                </c:pt>
                <c:pt idx="164">
                  <c:v>390</c:v>
                </c:pt>
                <c:pt idx="165">
                  <c:v>390</c:v>
                </c:pt>
                <c:pt idx="166">
                  <c:v>390</c:v>
                </c:pt>
                <c:pt idx="167">
                  <c:v>390</c:v>
                </c:pt>
                <c:pt idx="168">
                  <c:v>390</c:v>
                </c:pt>
                <c:pt idx="169">
                  <c:v>390</c:v>
                </c:pt>
                <c:pt idx="170">
                  <c:v>390</c:v>
                </c:pt>
                <c:pt idx="171">
                  <c:v>390</c:v>
                </c:pt>
                <c:pt idx="172">
                  <c:v>390</c:v>
                </c:pt>
                <c:pt idx="173">
                  <c:v>390</c:v>
                </c:pt>
                <c:pt idx="174">
                  <c:v>390</c:v>
                </c:pt>
                <c:pt idx="175">
                  <c:v>390</c:v>
                </c:pt>
                <c:pt idx="176">
                  <c:v>390</c:v>
                </c:pt>
                <c:pt idx="177">
                  <c:v>390</c:v>
                </c:pt>
                <c:pt idx="178">
                  <c:v>390</c:v>
                </c:pt>
                <c:pt idx="179">
                  <c:v>390</c:v>
                </c:pt>
                <c:pt idx="180">
                  <c:v>390</c:v>
                </c:pt>
                <c:pt idx="181">
                  <c:v>390</c:v>
                </c:pt>
                <c:pt idx="182">
                  <c:v>390</c:v>
                </c:pt>
                <c:pt idx="183">
                  <c:v>536</c:v>
                </c:pt>
                <c:pt idx="184">
                  <c:v>536</c:v>
                </c:pt>
                <c:pt idx="185">
                  <c:v>536</c:v>
                </c:pt>
                <c:pt idx="186">
                  <c:v>536</c:v>
                </c:pt>
                <c:pt idx="187">
                  <c:v>536</c:v>
                </c:pt>
                <c:pt idx="188">
                  <c:v>536</c:v>
                </c:pt>
                <c:pt idx="189">
                  <c:v>536</c:v>
                </c:pt>
                <c:pt idx="190">
                  <c:v>536</c:v>
                </c:pt>
                <c:pt idx="191">
                  <c:v>536</c:v>
                </c:pt>
                <c:pt idx="192">
                  <c:v>536</c:v>
                </c:pt>
                <c:pt idx="193">
                  <c:v>536</c:v>
                </c:pt>
                <c:pt idx="194">
                  <c:v>536</c:v>
                </c:pt>
                <c:pt idx="195">
                  <c:v>536</c:v>
                </c:pt>
                <c:pt idx="196">
                  <c:v>536</c:v>
                </c:pt>
                <c:pt idx="197">
                  <c:v>536</c:v>
                </c:pt>
                <c:pt idx="198">
                  <c:v>536</c:v>
                </c:pt>
                <c:pt idx="199">
                  <c:v>536</c:v>
                </c:pt>
                <c:pt idx="200">
                  <c:v>536</c:v>
                </c:pt>
                <c:pt idx="201">
                  <c:v>536</c:v>
                </c:pt>
                <c:pt idx="202">
                  <c:v>536</c:v>
                </c:pt>
                <c:pt idx="203">
                  <c:v>536</c:v>
                </c:pt>
                <c:pt idx="204">
                  <c:v>536</c:v>
                </c:pt>
                <c:pt idx="205">
                  <c:v>536</c:v>
                </c:pt>
                <c:pt idx="206">
                  <c:v>536</c:v>
                </c:pt>
                <c:pt idx="207">
                  <c:v>536</c:v>
                </c:pt>
                <c:pt idx="208">
                  <c:v>536</c:v>
                </c:pt>
                <c:pt idx="209">
                  <c:v>536</c:v>
                </c:pt>
                <c:pt idx="210">
                  <c:v>536</c:v>
                </c:pt>
                <c:pt idx="211">
                  <c:v>536</c:v>
                </c:pt>
                <c:pt idx="212">
                  <c:v>536</c:v>
                </c:pt>
                <c:pt idx="213">
                  <c:v>536</c:v>
                </c:pt>
                <c:pt idx="214">
                  <c:v>696</c:v>
                </c:pt>
                <c:pt idx="215">
                  <c:v>696</c:v>
                </c:pt>
                <c:pt idx="216">
                  <c:v>696</c:v>
                </c:pt>
                <c:pt idx="217">
                  <c:v>696</c:v>
                </c:pt>
                <c:pt idx="218">
                  <c:v>696</c:v>
                </c:pt>
                <c:pt idx="219">
                  <c:v>696</c:v>
                </c:pt>
                <c:pt idx="220">
                  <c:v>696</c:v>
                </c:pt>
                <c:pt idx="221">
                  <c:v>696</c:v>
                </c:pt>
                <c:pt idx="222">
                  <c:v>696</c:v>
                </c:pt>
                <c:pt idx="223">
                  <c:v>696</c:v>
                </c:pt>
                <c:pt idx="224">
                  <c:v>696</c:v>
                </c:pt>
                <c:pt idx="225">
                  <c:v>696</c:v>
                </c:pt>
                <c:pt idx="226">
                  <c:v>696</c:v>
                </c:pt>
                <c:pt idx="227">
                  <c:v>696</c:v>
                </c:pt>
                <c:pt idx="228">
                  <c:v>696</c:v>
                </c:pt>
                <c:pt idx="229">
                  <c:v>696</c:v>
                </c:pt>
                <c:pt idx="230">
                  <c:v>696</c:v>
                </c:pt>
                <c:pt idx="231">
                  <c:v>696</c:v>
                </c:pt>
                <c:pt idx="232">
                  <c:v>696</c:v>
                </c:pt>
                <c:pt idx="233">
                  <c:v>696</c:v>
                </c:pt>
                <c:pt idx="234">
                  <c:v>696</c:v>
                </c:pt>
                <c:pt idx="235">
                  <c:v>696</c:v>
                </c:pt>
                <c:pt idx="236">
                  <c:v>696</c:v>
                </c:pt>
                <c:pt idx="237">
                  <c:v>696</c:v>
                </c:pt>
                <c:pt idx="238">
                  <c:v>696</c:v>
                </c:pt>
                <c:pt idx="239">
                  <c:v>696</c:v>
                </c:pt>
                <c:pt idx="240">
                  <c:v>696</c:v>
                </c:pt>
                <c:pt idx="241">
                  <c:v>696</c:v>
                </c:pt>
                <c:pt idx="242">
                  <c:v>1544</c:v>
                </c:pt>
                <c:pt idx="243">
                  <c:v>1544</c:v>
                </c:pt>
                <c:pt idx="244">
                  <c:v>1544</c:v>
                </c:pt>
                <c:pt idx="245">
                  <c:v>1544</c:v>
                </c:pt>
                <c:pt idx="246">
                  <c:v>1544</c:v>
                </c:pt>
                <c:pt idx="247">
                  <c:v>1544</c:v>
                </c:pt>
                <c:pt idx="248">
                  <c:v>1544</c:v>
                </c:pt>
                <c:pt idx="249">
                  <c:v>1544</c:v>
                </c:pt>
                <c:pt idx="250">
                  <c:v>1544</c:v>
                </c:pt>
                <c:pt idx="251">
                  <c:v>1544</c:v>
                </c:pt>
                <c:pt idx="252">
                  <c:v>1544</c:v>
                </c:pt>
                <c:pt idx="253">
                  <c:v>1544</c:v>
                </c:pt>
                <c:pt idx="254">
                  <c:v>1544</c:v>
                </c:pt>
                <c:pt idx="255">
                  <c:v>1544</c:v>
                </c:pt>
                <c:pt idx="256">
                  <c:v>1544</c:v>
                </c:pt>
                <c:pt idx="257">
                  <c:v>1544</c:v>
                </c:pt>
                <c:pt idx="258">
                  <c:v>1544</c:v>
                </c:pt>
                <c:pt idx="259">
                  <c:v>1544</c:v>
                </c:pt>
                <c:pt idx="260">
                  <c:v>1544</c:v>
                </c:pt>
                <c:pt idx="261">
                  <c:v>1544</c:v>
                </c:pt>
                <c:pt idx="262">
                  <c:v>1544</c:v>
                </c:pt>
                <c:pt idx="263">
                  <c:v>1544</c:v>
                </c:pt>
                <c:pt idx="264">
                  <c:v>1544</c:v>
                </c:pt>
                <c:pt idx="265">
                  <c:v>1544</c:v>
                </c:pt>
                <c:pt idx="266">
                  <c:v>1544</c:v>
                </c:pt>
                <c:pt idx="267">
                  <c:v>1544</c:v>
                </c:pt>
                <c:pt idx="268">
                  <c:v>1544</c:v>
                </c:pt>
                <c:pt idx="269">
                  <c:v>1544</c:v>
                </c:pt>
                <c:pt idx="270">
                  <c:v>1544</c:v>
                </c:pt>
                <c:pt idx="271">
                  <c:v>1544</c:v>
                </c:pt>
                <c:pt idx="272">
                  <c:v>1544</c:v>
                </c:pt>
                <c:pt idx="273">
                  <c:v>1027</c:v>
                </c:pt>
                <c:pt idx="274">
                  <c:v>1027</c:v>
                </c:pt>
                <c:pt idx="275">
                  <c:v>1027</c:v>
                </c:pt>
                <c:pt idx="276">
                  <c:v>1027</c:v>
                </c:pt>
                <c:pt idx="277">
                  <c:v>1027</c:v>
                </c:pt>
                <c:pt idx="278">
                  <c:v>1027</c:v>
                </c:pt>
                <c:pt idx="279">
                  <c:v>1027</c:v>
                </c:pt>
                <c:pt idx="280">
                  <c:v>1027</c:v>
                </c:pt>
                <c:pt idx="281">
                  <c:v>1027</c:v>
                </c:pt>
                <c:pt idx="282">
                  <c:v>1027</c:v>
                </c:pt>
                <c:pt idx="283">
                  <c:v>1027</c:v>
                </c:pt>
                <c:pt idx="284">
                  <c:v>1027</c:v>
                </c:pt>
                <c:pt idx="285">
                  <c:v>1027</c:v>
                </c:pt>
                <c:pt idx="286">
                  <c:v>1027</c:v>
                </c:pt>
                <c:pt idx="287">
                  <c:v>1027</c:v>
                </c:pt>
                <c:pt idx="288">
                  <c:v>1027</c:v>
                </c:pt>
                <c:pt idx="289">
                  <c:v>1027</c:v>
                </c:pt>
                <c:pt idx="290">
                  <c:v>1027</c:v>
                </c:pt>
                <c:pt idx="291">
                  <c:v>1027</c:v>
                </c:pt>
                <c:pt idx="292">
                  <c:v>1027</c:v>
                </c:pt>
                <c:pt idx="293">
                  <c:v>1027</c:v>
                </c:pt>
                <c:pt idx="294">
                  <c:v>1027</c:v>
                </c:pt>
                <c:pt idx="295">
                  <c:v>1027</c:v>
                </c:pt>
                <c:pt idx="296">
                  <c:v>1027</c:v>
                </c:pt>
                <c:pt idx="297">
                  <c:v>1027</c:v>
                </c:pt>
                <c:pt idx="298">
                  <c:v>1027</c:v>
                </c:pt>
                <c:pt idx="299">
                  <c:v>1027</c:v>
                </c:pt>
                <c:pt idx="300">
                  <c:v>1027</c:v>
                </c:pt>
                <c:pt idx="301">
                  <c:v>1027</c:v>
                </c:pt>
                <c:pt idx="302">
                  <c:v>1027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12E-4860-8C04-2BD80918CD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90866088"/>
        <c:axId val="590860840"/>
      </c:lineChart>
      <c:catAx>
        <c:axId val="59086608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90860840"/>
        <c:crosses val="autoZero"/>
        <c:auto val="1"/>
        <c:lblAlgn val="ctr"/>
        <c:lblOffset val="100"/>
        <c:noMultiLvlLbl val="0"/>
      </c:catAx>
      <c:valAx>
        <c:axId val="590860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</a:t>
                </a:r>
                <a:r>
                  <a:rPr lang="ru-RU" baseline="0"/>
                  <a:t> заходов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908660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92126225037580456"/>
          <c:y val="0.11994950718697292"/>
          <c:w val="6.8862915644147413E-2"/>
          <c:h val="0.1829045761608251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>
                <a:solidFill>
                  <a:srgbClr val="002060"/>
                </a:solidFill>
              </a:rPr>
              <a:t>ФАКТОР</a:t>
            </a:r>
            <a:r>
              <a:rPr lang="ru-RU" baseline="0" dirty="0">
                <a:solidFill>
                  <a:srgbClr val="002060"/>
                </a:solidFill>
              </a:rPr>
              <a:t> ЛИПУЧЕСТИ</a:t>
            </a:r>
          </a:p>
          <a:p>
            <a:pPr algn="ctr">
              <a:defRPr/>
            </a:pPr>
            <a:endParaRPr lang="ru-RU" dirty="0"/>
          </a:p>
        </c:rich>
      </c:tx>
      <c:layout>
        <c:manualLayout>
          <c:xMode val="edge"/>
          <c:yMode val="edge"/>
          <c:x val="0.37890266841644799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'DAUWAUMAU+ГРАФФИК'!$G$1</c:f>
              <c:strCache>
                <c:ptCount val="1"/>
                <c:pt idx="0">
                  <c:v>SF(week)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'DAUWAUMAU+ГРАФФИК'!$C:$C</c:f>
              <c:strCache>
                <c:ptCount val="304"/>
                <c:pt idx="0">
                  <c:v>date</c:v>
                </c:pt>
                <c:pt idx="1">
                  <c:v>02.07.2022</c:v>
                </c:pt>
                <c:pt idx="2">
                  <c:v>03.07.2022</c:v>
                </c:pt>
                <c:pt idx="3">
                  <c:v>04.07.2022</c:v>
                </c:pt>
                <c:pt idx="4">
                  <c:v>05.07.2022</c:v>
                </c:pt>
                <c:pt idx="5">
                  <c:v>06.07.2022</c:v>
                </c:pt>
                <c:pt idx="6">
                  <c:v>07.07.2022</c:v>
                </c:pt>
                <c:pt idx="7">
                  <c:v>08.07.2022</c:v>
                </c:pt>
                <c:pt idx="8">
                  <c:v>09.07.2022</c:v>
                </c:pt>
                <c:pt idx="9">
                  <c:v>10.07.2022</c:v>
                </c:pt>
                <c:pt idx="10">
                  <c:v>11.07.2022</c:v>
                </c:pt>
                <c:pt idx="11">
                  <c:v>12.07.2022</c:v>
                </c:pt>
                <c:pt idx="12">
                  <c:v>13.07.2022</c:v>
                </c:pt>
                <c:pt idx="13">
                  <c:v>14.07.2022</c:v>
                </c:pt>
                <c:pt idx="14">
                  <c:v>15.07.2022</c:v>
                </c:pt>
                <c:pt idx="15">
                  <c:v>16.07.2022</c:v>
                </c:pt>
                <c:pt idx="16">
                  <c:v>17.07.2022</c:v>
                </c:pt>
                <c:pt idx="17">
                  <c:v>18.07.2022</c:v>
                </c:pt>
                <c:pt idx="18">
                  <c:v>19.07.2022</c:v>
                </c:pt>
                <c:pt idx="19">
                  <c:v>20.07.2022</c:v>
                </c:pt>
                <c:pt idx="20">
                  <c:v>21.07.2022</c:v>
                </c:pt>
                <c:pt idx="21">
                  <c:v>22.07.2022</c:v>
                </c:pt>
                <c:pt idx="22">
                  <c:v>23.07.2022</c:v>
                </c:pt>
                <c:pt idx="23">
                  <c:v>24.07.2022</c:v>
                </c:pt>
                <c:pt idx="24">
                  <c:v>25.07.2022</c:v>
                </c:pt>
                <c:pt idx="25">
                  <c:v>26.07.2022</c:v>
                </c:pt>
                <c:pt idx="26">
                  <c:v>27.07.2022</c:v>
                </c:pt>
                <c:pt idx="27">
                  <c:v>28.07.2022</c:v>
                </c:pt>
                <c:pt idx="28">
                  <c:v>29.07.2022</c:v>
                </c:pt>
                <c:pt idx="29">
                  <c:v>30.07.2022</c:v>
                </c:pt>
                <c:pt idx="30">
                  <c:v>31.07.2022</c:v>
                </c:pt>
                <c:pt idx="31">
                  <c:v>01.08.2022</c:v>
                </c:pt>
                <c:pt idx="32">
                  <c:v>02.08.2022</c:v>
                </c:pt>
                <c:pt idx="33">
                  <c:v>03.08.2022</c:v>
                </c:pt>
                <c:pt idx="34">
                  <c:v>04.08.2022</c:v>
                </c:pt>
                <c:pt idx="35">
                  <c:v>05.08.2022</c:v>
                </c:pt>
                <c:pt idx="36">
                  <c:v>06.08.2022</c:v>
                </c:pt>
                <c:pt idx="37">
                  <c:v>07.08.2022</c:v>
                </c:pt>
                <c:pt idx="38">
                  <c:v>08.08.2022</c:v>
                </c:pt>
                <c:pt idx="39">
                  <c:v>09.08.2022</c:v>
                </c:pt>
                <c:pt idx="40">
                  <c:v>10.08.2022</c:v>
                </c:pt>
                <c:pt idx="41">
                  <c:v>11.08.2022</c:v>
                </c:pt>
                <c:pt idx="42">
                  <c:v>12.08.2022</c:v>
                </c:pt>
                <c:pt idx="43">
                  <c:v>13.08.2022</c:v>
                </c:pt>
                <c:pt idx="44">
                  <c:v>14.08.2022</c:v>
                </c:pt>
                <c:pt idx="45">
                  <c:v>15.08.2022</c:v>
                </c:pt>
                <c:pt idx="46">
                  <c:v>16.08.2022</c:v>
                </c:pt>
                <c:pt idx="47">
                  <c:v>17.08.2022</c:v>
                </c:pt>
                <c:pt idx="48">
                  <c:v>18.08.2022</c:v>
                </c:pt>
                <c:pt idx="49">
                  <c:v>19.08.2022</c:v>
                </c:pt>
                <c:pt idx="50">
                  <c:v>20.08.2022</c:v>
                </c:pt>
                <c:pt idx="51">
                  <c:v>21.08.2022</c:v>
                </c:pt>
                <c:pt idx="52">
                  <c:v>22.08.2022</c:v>
                </c:pt>
                <c:pt idx="53">
                  <c:v>23.08.2022</c:v>
                </c:pt>
                <c:pt idx="54">
                  <c:v>24.08.2022</c:v>
                </c:pt>
                <c:pt idx="55">
                  <c:v>25.08.2022</c:v>
                </c:pt>
                <c:pt idx="56">
                  <c:v>26.08.2022</c:v>
                </c:pt>
                <c:pt idx="57">
                  <c:v>27.08.2022</c:v>
                </c:pt>
                <c:pt idx="58">
                  <c:v>28.08.2022</c:v>
                </c:pt>
                <c:pt idx="59">
                  <c:v>29.08.2022</c:v>
                </c:pt>
                <c:pt idx="60">
                  <c:v>30.08.2022</c:v>
                </c:pt>
                <c:pt idx="61">
                  <c:v>31.08.2022</c:v>
                </c:pt>
                <c:pt idx="62">
                  <c:v>01.09.2022</c:v>
                </c:pt>
                <c:pt idx="63">
                  <c:v>02.09.2022</c:v>
                </c:pt>
                <c:pt idx="64">
                  <c:v>03.09.2022</c:v>
                </c:pt>
                <c:pt idx="65">
                  <c:v>04.09.2022</c:v>
                </c:pt>
                <c:pt idx="66">
                  <c:v>05.09.2022</c:v>
                </c:pt>
                <c:pt idx="67">
                  <c:v>06.09.2022</c:v>
                </c:pt>
                <c:pt idx="68">
                  <c:v>07.09.2022</c:v>
                </c:pt>
                <c:pt idx="69">
                  <c:v>08.09.2022</c:v>
                </c:pt>
                <c:pt idx="70">
                  <c:v>09.09.2022</c:v>
                </c:pt>
                <c:pt idx="71">
                  <c:v>10.09.2022</c:v>
                </c:pt>
                <c:pt idx="72">
                  <c:v>11.09.2022</c:v>
                </c:pt>
                <c:pt idx="73">
                  <c:v>12.09.2022</c:v>
                </c:pt>
                <c:pt idx="74">
                  <c:v>13.09.2022</c:v>
                </c:pt>
                <c:pt idx="75">
                  <c:v>14.09.2022</c:v>
                </c:pt>
                <c:pt idx="76">
                  <c:v>15.09.2022</c:v>
                </c:pt>
                <c:pt idx="77">
                  <c:v>16.09.2022</c:v>
                </c:pt>
                <c:pt idx="78">
                  <c:v>17.09.2022</c:v>
                </c:pt>
                <c:pt idx="79">
                  <c:v>18.09.2022</c:v>
                </c:pt>
                <c:pt idx="80">
                  <c:v>19.09.2022</c:v>
                </c:pt>
                <c:pt idx="81">
                  <c:v>20.09.2022</c:v>
                </c:pt>
                <c:pt idx="82">
                  <c:v>21.09.2022</c:v>
                </c:pt>
                <c:pt idx="83">
                  <c:v>22.09.2022</c:v>
                </c:pt>
                <c:pt idx="84">
                  <c:v>23.09.2022</c:v>
                </c:pt>
                <c:pt idx="85">
                  <c:v>24.09.2022</c:v>
                </c:pt>
                <c:pt idx="86">
                  <c:v>25.09.2022</c:v>
                </c:pt>
                <c:pt idx="87">
                  <c:v>26.09.2022</c:v>
                </c:pt>
                <c:pt idx="88">
                  <c:v>27.09.2022</c:v>
                </c:pt>
                <c:pt idx="89">
                  <c:v>28.09.2022</c:v>
                </c:pt>
                <c:pt idx="90">
                  <c:v>29.09.2022</c:v>
                </c:pt>
                <c:pt idx="91">
                  <c:v>30.09.2022</c:v>
                </c:pt>
                <c:pt idx="92">
                  <c:v>01.10.2022</c:v>
                </c:pt>
                <c:pt idx="93">
                  <c:v>02.10.2022</c:v>
                </c:pt>
                <c:pt idx="94">
                  <c:v>03.10.2022</c:v>
                </c:pt>
                <c:pt idx="95">
                  <c:v>04.10.2022</c:v>
                </c:pt>
                <c:pt idx="96">
                  <c:v>05.10.2022</c:v>
                </c:pt>
                <c:pt idx="97">
                  <c:v>06.10.2022</c:v>
                </c:pt>
                <c:pt idx="98">
                  <c:v>07.10.2022</c:v>
                </c:pt>
                <c:pt idx="99">
                  <c:v>08.10.2022</c:v>
                </c:pt>
                <c:pt idx="100">
                  <c:v>09.10.2022</c:v>
                </c:pt>
                <c:pt idx="101">
                  <c:v>10.10.2022</c:v>
                </c:pt>
                <c:pt idx="102">
                  <c:v>11.10.2022</c:v>
                </c:pt>
                <c:pt idx="103">
                  <c:v>12.10.2022</c:v>
                </c:pt>
                <c:pt idx="104">
                  <c:v>13.10.2022</c:v>
                </c:pt>
                <c:pt idx="105">
                  <c:v>14.10.2022</c:v>
                </c:pt>
                <c:pt idx="106">
                  <c:v>15.10.2022</c:v>
                </c:pt>
                <c:pt idx="107">
                  <c:v>16.10.2022</c:v>
                </c:pt>
                <c:pt idx="108">
                  <c:v>17.10.2022</c:v>
                </c:pt>
                <c:pt idx="109">
                  <c:v>18.10.2022</c:v>
                </c:pt>
                <c:pt idx="110">
                  <c:v>19.10.2022</c:v>
                </c:pt>
                <c:pt idx="111">
                  <c:v>20.10.2022</c:v>
                </c:pt>
                <c:pt idx="112">
                  <c:v>21.10.2022</c:v>
                </c:pt>
                <c:pt idx="113">
                  <c:v>22.10.2022</c:v>
                </c:pt>
                <c:pt idx="114">
                  <c:v>23.10.2022</c:v>
                </c:pt>
                <c:pt idx="115">
                  <c:v>24.10.2022</c:v>
                </c:pt>
                <c:pt idx="116">
                  <c:v>25.10.2022</c:v>
                </c:pt>
                <c:pt idx="117">
                  <c:v>26.10.2022</c:v>
                </c:pt>
                <c:pt idx="118">
                  <c:v>27.10.2022</c:v>
                </c:pt>
                <c:pt idx="119">
                  <c:v>28.10.2022</c:v>
                </c:pt>
                <c:pt idx="120">
                  <c:v>29.10.2022</c:v>
                </c:pt>
                <c:pt idx="121">
                  <c:v>30.10.2022</c:v>
                </c:pt>
                <c:pt idx="122">
                  <c:v>31.10.2022</c:v>
                </c:pt>
                <c:pt idx="123">
                  <c:v>01.11.2022</c:v>
                </c:pt>
                <c:pt idx="124">
                  <c:v>02.11.2022</c:v>
                </c:pt>
                <c:pt idx="125">
                  <c:v>03.11.2022</c:v>
                </c:pt>
                <c:pt idx="126">
                  <c:v>04.11.2022</c:v>
                </c:pt>
                <c:pt idx="127">
                  <c:v>05.11.2022</c:v>
                </c:pt>
                <c:pt idx="128">
                  <c:v>06.11.2022</c:v>
                </c:pt>
                <c:pt idx="129">
                  <c:v>07.11.2022</c:v>
                </c:pt>
                <c:pt idx="130">
                  <c:v>08.11.2022</c:v>
                </c:pt>
                <c:pt idx="131">
                  <c:v>09.11.2022</c:v>
                </c:pt>
                <c:pt idx="132">
                  <c:v>10.11.2022</c:v>
                </c:pt>
                <c:pt idx="133">
                  <c:v>11.11.2022</c:v>
                </c:pt>
                <c:pt idx="134">
                  <c:v>12.11.2022</c:v>
                </c:pt>
                <c:pt idx="135">
                  <c:v>13.11.2022</c:v>
                </c:pt>
                <c:pt idx="136">
                  <c:v>14.11.2022</c:v>
                </c:pt>
                <c:pt idx="137">
                  <c:v>15.11.2022</c:v>
                </c:pt>
                <c:pt idx="138">
                  <c:v>16.11.2022</c:v>
                </c:pt>
                <c:pt idx="139">
                  <c:v>17.11.2022</c:v>
                </c:pt>
                <c:pt idx="140">
                  <c:v>18.11.2022</c:v>
                </c:pt>
                <c:pt idx="141">
                  <c:v>19.11.2022</c:v>
                </c:pt>
                <c:pt idx="142">
                  <c:v>20.11.2022</c:v>
                </c:pt>
                <c:pt idx="143">
                  <c:v>21.11.2022</c:v>
                </c:pt>
                <c:pt idx="144">
                  <c:v>22.11.2022</c:v>
                </c:pt>
                <c:pt idx="145">
                  <c:v>23.11.2022</c:v>
                </c:pt>
                <c:pt idx="146">
                  <c:v>24.11.2022</c:v>
                </c:pt>
                <c:pt idx="147">
                  <c:v>25.11.2022</c:v>
                </c:pt>
                <c:pt idx="148">
                  <c:v>26.11.2022</c:v>
                </c:pt>
                <c:pt idx="149">
                  <c:v>27.11.2022</c:v>
                </c:pt>
                <c:pt idx="150">
                  <c:v>28.11.2022</c:v>
                </c:pt>
                <c:pt idx="151">
                  <c:v>29.11.2022</c:v>
                </c:pt>
                <c:pt idx="152">
                  <c:v>30.11.2022</c:v>
                </c:pt>
                <c:pt idx="153">
                  <c:v>01.12.2022</c:v>
                </c:pt>
                <c:pt idx="154">
                  <c:v>02.12.2022</c:v>
                </c:pt>
                <c:pt idx="155">
                  <c:v>03.12.2022</c:v>
                </c:pt>
                <c:pt idx="156">
                  <c:v>04.12.2022</c:v>
                </c:pt>
                <c:pt idx="157">
                  <c:v>05.12.2022</c:v>
                </c:pt>
                <c:pt idx="158">
                  <c:v>06.12.2022</c:v>
                </c:pt>
                <c:pt idx="159">
                  <c:v>07.12.2022</c:v>
                </c:pt>
                <c:pt idx="160">
                  <c:v>08.12.2022</c:v>
                </c:pt>
                <c:pt idx="161">
                  <c:v>09.12.2022</c:v>
                </c:pt>
                <c:pt idx="162">
                  <c:v>10.12.2022</c:v>
                </c:pt>
                <c:pt idx="163">
                  <c:v>11.12.2022</c:v>
                </c:pt>
                <c:pt idx="164">
                  <c:v>12.12.2022</c:v>
                </c:pt>
                <c:pt idx="165">
                  <c:v>13.12.2022</c:v>
                </c:pt>
                <c:pt idx="166">
                  <c:v>14.12.2022</c:v>
                </c:pt>
                <c:pt idx="167">
                  <c:v>15.12.2022</c:v>
                </c:pt>
                <c:pt idx="168">
                  <c:v>16.12.2022</c:v>
                </c:pt>
                <c:pt idx="169">
                  <c:v>17.12.2022</c:v>
                </c:pt>
                <c:pt idx="170">
                  <c:v>18.12.2022</c:v>
                </c:pt>
                <c:pt idx="171">
                  <c:v>19.12.2022</c:v>
                </c:pt>
                <c:pt idx="172">
                  <c:v>20.12.2022</c:v>
                </c:pt>
                <c:pt idx="173">
                  <c:v>21.12.2022</c:v>
                </c:pt>
                <c:pt idx="174">
                  <c:v>22.12.2022</c:v>
                </c:pt>
                <c:pt idx="175">
                  <c:v>23.12.2022</c:v>
                </c:pt>
                <c:pt idx="176">
                  <c:v>24.12.2022</c:v>
                </c:pt>
                <c:pt idx="177">
                  <c:v>25.12.2022</c:v>
                </c:pt>
                <c:pt idx="178">
                  <c:v>26.12.2022</c:v>
                </c:pt>
                <c:pt idx="179">
                  <c:v>27.12.2022</c:v>
                </c:pt>
                <c:pt idx="180">
                  <c:v>28.12.2022</c:v>
                </c:pt>
                <c:pt idx="181">
                  <c:v>29.12.2022</c:v>
                </c:pt>
                <c:pt idx="182">
                  <c:v>30.12.2022</c:v>
                </c:pt>
                <c:pt idx="183">
                  <c:v>31.12.2022</c:v>
                </c:pt>
                <c:pt idx="184">
                  <c:v>01.01.2023</c:v>
                </c:pt>
                <c:pt idx="185">
                  <c:v>02.01.2023</c:v>
                </c:pt>
                <c:pt idx="186">
                  <c:v>03.01.2023</c:v>
                </c:pt>
                <c:pt idx="187">
                  <c:v>04.01.2023</c:v>
                </c:pt>
                <c:pt idx="188">
                  <c:v>05.01.2023</c:v>
                </c:pt>
                <c:pt idx="189">
                  <c:v>06.01.2023</c:v>
                </c:pt>
                <c:pt idx="190">
                  <c:v>07.01.2023</c:v>
                </c:pt>
                <c:pt idx="191">
                  <c:v>08.01.2023</c:v>
                </c:pt>
                <c:pt idx="192">
                  <c:v>09.01.2023</c:v>
                </c:pt>
                <c:pt idx="193">
                  <c:v>10.01.2023</c:v>
                </c:pt>
                <c:pt idx="194">
                  <c:v>11.01.2023</c:v>
                </c:pt>
                <c:pt idx="195">
                  <c:v>12.01.2023</c:v>
                </c:pt>
                <c:pt idx="196">
                  <c:v>13.01.2023</c:v>
                </c:pt>
                <c:pt idx="197">
                  <c:v>14.01.2023</c:v>
                </c:pt>
                <c:pt idx="198">
                  <c:v>15.01.2023</c:v>
                </c:pt>
                <c:pt idx="199">
                  <c:v>16.01.2023</c:v>
                </c:pt>
                <c:pt idx="200">
                  <c:v>17.01.2023</c:v>
                </c:pt>
                <c:pt idx="201">
                  <c:v>18.01.2023</c:v>
                </c:pt>
                <c:pt idx="202">
                  <c:v>19.01.2023</c:v>
                </c:pt>
                <c:pt idx="203">
                  <c:v>20.01.2023</c:v>
                </c:pt>
                <c:pt idx="204">
                  <c:v>21.01.2023</c:v>
                </c:pt>
                <c:pt idx="205">
                  <c:v>22.01.2023</c:v>
                </c:pt>
                <c:pt idx="206">
                  <c:v>23.01.2023</c:v>
                </c:pt>
                <c:pt idx="207">
                  <c:v>24.01.2023</c:v>
                </c:pt>
                <c:pt idx="208">
                  <c:v>25.01.2023</c:v>
                </c:pt>
                <c:pt idx="209">
                  <c:v>26.01.2023</c:v>
                </c:pt>
                <c:pt idx="210">
                  <c:v>27.01.2023</c:v>
                </c:pt>
                <c:pt idx="211">
                  <c:v>28.01.2023</c:v>
                </c:pt>
                <c:pt idx="212">
                  <c:v>29.01.2023</c:v>
                </c:pt>
                <c:pt idx="213">
                  <c:v>30.01.2023</c:v>
                </c:pt>
                <c:pt idx="214">
                  <c:v>31.01.2023</c:v>
                </c:pt>
                <c:pt idx="215">
                  <c:v>01.02.2023</c:v>
                </c:pt>
                <c:pt idx="216">
                  <c:v>02.02.2023</c:v>
                </c:pt>
                <c:pt idx="217">
                  <c:v>03.02.2023</c:v>
                </c:pt>
                <c:pt idx="218">
                  <c:v>04.02.2023</c:v>
                </c:pt>
                <c:pt idx="219">
                  <c:v>05.02.2023</c:v>
                </c:pt>
                <c:pt idx="220">
                  <c:v>06.02.2023</c:v>
                </c:pt>
                <c:pt idx="221">
                  <c:v>07.02.2023</c:v>
                </c:pt>
                <c:pt idx="222">
                  <c:v>08.02.2023</c:v>
                </c:pt>
                <c:pt idx="223">
                  <c:v>09.02.2023</c:v>
                </c:pt>
                <c:pt idx="224">
                  <c:v>10.02.2023</c:v>
                </c:pt>
                <c:pt idx="225">
                  <c:v>11.02.2023</c:v>
                </c:pt>
                <c:pt idx="226">
                  <c:v>12.02.2023</c:v>
                </c:pt>
                <c:pt idx="227">
                  <c:v>13.02.2023</c:v>
                </c:pt>
                <c:pt idx="228">
                  <c:v>14.02.2023</c:v>
                </c:pt>
                <c:pt idx="229">
                  <c:v>15.02.2023</c:v>
                </c:pt>
                <c:pt idx="230">
                  <c:v>16.02.2023</c:v>
                </c:pt>
                <c:pt idx="231">
                  <c:v>17.02.2023</c:v>
                </c:pt>
                <c:pt idx="232">
                  <c:v>18.02.2023</c:v>
                </c:pt>
                <c:pt idx="233">
                  <c:v>19.02.2023</c:v>
                </c:pt>
                <c:pt idx="234">
                  <c:v>20.02.2023</c:v>
                </c:pt>
                <c:pt idx="235">
                  <c:v>21.02.2023</c:v>
                </c:pt>
                <c:pt idx="236">
                  <c:v>22.02.2023</c:v>
                </c:pt>
                <c:pt idx="237">
                  <c:v>23.02.2023</c:v>
                </c:pt>
                <c:pt idx="238">
                  <c:v>24.02.2023</c:v>
                </c:pt>
                <c:pt idx="239">
                  <c:v>25.02.2023</c:v>
                </c:pt>
                <c:pt idx="240">
                  <c:v>26.02.2023</c:v>
                </c:pt>
                <c:pt idx="241">
                  <c:v>27.02.2023</c:v>
                </c:pt>
                <c:pt idx="242">
                  <c:v>28.02.2023</c:v>
                </c:pt>
                <c:pt idx="243">
                  <c:v>01.03.2023</c:v>
                </c:pt>
                <c:pt idx="244">
                  <c:v>02.03.2023</c:v>
                </c:pt>
                <c:pt idx="245">
                  <c:v>03.03.2023</c:v>
                </c:pt>
                <c:pt idx="246">
                  <c:v>04.03.2023</c:v>
                </c:pt>
                <c:pt idx="247">
                  <c:v>05.03.2023</c:v>
                </c:pt>
                <c:pt idx="248">
                  <c:v>06.03.2023</c:v>
                </c:pt>
                <c:pt idx="249">
                  <c:v>07.03.2023</c:v>
                </c:pt>
                <c:pt idx="250">
                  <c:v>08.03.2023</c:v>
                </c:pt>
                <c:pt idx="251">
                  <c:v>09.03.2023</c:v>
                </c:pt>
                <c:pt idx="252">
                  <c:v>10.03.2023</c:v>
                </c:pt>
                <c:pt idx="253">
                  <c:v>11.03.2023</c:v>
                </c:pt>
                <c:pt idx="254">
                  <c:v>12.03.2023</c:v>
                </c:pt>
                <c:pt idx="255">
                  <c:v>13.03.2023</c:v>
                </c:pt>
                <c:pt idx="256">
                  <c:v>14.03.2023</c:v>
                </c:pt>
                <c:pt idx="257">
                  <c:v>15.03.2023</c:v>
                </c:pt>
                <c:pt idx="258">
                  <c:v>16.03.2023</c:v>
                </c:pt>
                <c:pt idx="259">
                  <c:v>17.03.2023</c:v>
                </c:pt>
                <c:pt idx="260">
                  <c:v>18.03.2023</c:v>
                </c:pt>
                <c:pt idx="261">
                  <c:v>19.03.2023</c:v>
                </c:pt>
                <c:pt idx="262">
                  <c:v>20.03.2023</c:v>
                </c:pt>
                <c:pt idx="263">
                  <c:v>21.03.2023</c:v>
                </c:pt>
                <c:pt idx="264">
                  <c:v>22.03.2023</c:v>
                </c:pt>
                <c:pt idx="265">
                  <c:v>23.03.2023</c:v>
                </c:pt>
                <c:pt idx="266">
                  <c:v>24.03.2023</c:v>
                </c:pt>
                <c:pt idx="267">
                  <c:v>25.03.2023</c:v>
                </c:pt>
                <c:pt idx="268">
                  <c:v>26.03.2023</c:v>
                </c:pt>
                <c:pt idx="269">
                  <c:v>27.03.2023</c:v>
                </c:pt>
                <c:pt idx="270">
                  <c:v>28.03.2023</c:v>
                </c:pt>
                <c:pt idx="271">
                  <c:v>29.03.2023</c:v>
                </c:pt>
                <c:pt idx="272">
                  <c:v>30.03.2023</c:v>
                </c:pt>
                <c:pt idx="273">
                  <c:v>31.03.2023</c:v>
                </c:pt>
                <c:pt idx="274">
                  <c:v>01.04.2023</c:v>
                </c:pt>
                <c:pt idx="275">
                  <c:v>02.04.2023</c:v>
                </c:pt>
                <c:pt idx="276">
                  <c:v>03.04.2023</c:v>
                </c:pt>
                <c:pt idx="277">
                  <c:v>04.04.2023</c:v>
                </c:pt>
                <c:pt idx="278">
                  <c:v>05.04.2023</c:v>
                </c:pt>
                <c:pt idx="279">
                  <c:v>06.04.2023</c:v>
                </c:pt>
                <c:pt idx="280">
                  <c:v>07.04.2023</c:v>
                </c:pt>
                <c:pt idx="281">
                  <c:v>08.04.2023</c:v>
                </c:pt>
                <c:pt idx="282">
                  <c:v>09.04.2023</c:v>
                </c:pt>
                <c:pt idx="283">
                  <c:v>10.04.2023</c:v>
                </c:pt>
                <c:pt idx="284">
                  <c:v>11.04.2023</c:v>
                </c:pt>
                <c:pt idx="285">
                  <c:v>12.04.2023</c:v>
                </c:pt>
                <c:pt idx="286">
                  <c:v>13.04.2023</c:v>
                </c:pt>
                <c:pt idx="287">
                  <c:v>14.04.2023</c:v>
                </c:pt>
                <c:pt idx="288">
                  <c:v>15.04.2023</c:v>
                </c:pt>
                <c:pt idx="289">
                  <c:v>16.04.2023</c:v>
                </c:pt>
                <c:pt idx="290">
                  <c:v>17.04.2023</c:v>
                </c:pt>
                <c:pt idx="291">
                  <c:v>18.04.2023</c:v>
                </c:pt>
                <c:pt idx="292">
                  <c:v>19.04.2023</c:v>
                </c:pt>
                <c:pt idx="293">
                  <c:v>20.04.2023</c:v>
                </c:pt>
                <c:pt idx="294">
                  <c:v>21.04.2023</c:v>
                </c:pt>
                <c:pt idx="295">
                  <c:v>22.04.2023</c:v>
                </c:pt>
                <c:pt idx="296">
                  <c:v>23.04.2023</c:v>
                </c:pt>
                <c:pt idx="297">
                  <c:v>24.04.2023</c:v>
                </c:pt>
                <c:pt idx="298">
                  <c:v>25.04.2023</c:v>
                </c:pt>
                <c:pt idx="299">
                  <c:v>26.04.2023</c:v>
                </c:pt>
                <c:pt idx="300">
                  <c:v>27.04.2023</c:v>
                </c:pt>
                <c:pt idx="301">
                  <c:v>28.04.2023</c:v>
                </c:pt>
                <c:pt idx="302">
                  <c:v>29.04.2023</c:v>
                </c:pt>
                <c:pt idx="303">
                  <c:v>30.04.2023</c:v>
                </c:pt>
              </c:strCache>
            </c:strRef>
          </c:cat>
          <c:val>
            <c:numRef>
              <c:f>'DAUWAUMAU+ГРАФФИК'!$G$2:$G$304</c:f>
              <c:numCache>
                <c:formatCode>0.000</c:formatCode>
                <c:ptCount val="303"/>
                <c:pt idx="0">
                  <c:v>0.5</c:v>
                </c:pt>
                <c:pt idx="1">
                  <c:v>0.10169491525423729</c:v>
                </c:pt>
                <c:pt idx="2">
                  <c:v>8.4745762711864403E-2</c:v>
                </c:pt>
                <c:pt idx="3">
                  <c:v>0.16949152542372881</c:v>
                </c:pt>
                <c:pt idx="4">
                  <c:v>8.4745762711864403E-2</c:v>
                </c:pt>
                <c:pt idx="5">
                  <c:v>0.22033898305084745</c:v>
                </c:pt>
                <c:pt idx="6">
                  <c:v>0.3728813559322034</c:v>
                </c:pt>
                <c:pt idx="7">
                  <c:v>0.3728813559322034</c:v>
                </c:pt>
                <c:pt idx="8">
                  <c:v>0.28260869565217389</c:v>
                </c:pt>
                <c:pt idx="9">
                  <c:v>0.25</c:v>
                </c:pt>
                <c:pt idx="10">
                  <c:v>0.2608695652173913</c:v>
                </c:pt>
                <c:pt idx="11">
                  <c:v>0.32608695652173914</c:v>
                </c:pt>
                <c:pt idx="12">
                  <c:v>0.34782608695652173</c:v>
                </c:pt>
                <c:pt idx="13">
                  <c:v>0.27173913043478259</c:v>
                </c:pt>
                <c:pt idx="14">
                  <c:v>0.36956521739130432</c:v>
                </c:pt>
                <c:pt idx="15">
                  <c:v>0.2932330827067669</c:v>
                </c:pt>
                <c:pt idx="16">
                  <c:v>0.16541353383458646</c:v>
                </c:pt>
                <c:pt idx="17">
                  <c:v>0.2857142857142857</c:v>
                </c:pt>
                <c:pt idx="18">
                  <c:v>0.25563909774436089</c:v>
                </c:pt>
                <c:pt idx="19">
                  <c:v>0.37593984962406013</c:v>
                </c:pt>
                <c:pt idx="20">
                  <c:v>0.32330827067669171</c:v>
                </c:pt>
                <c:pt idx="21">
                  <c:v>0.32330827067669171</c:v>
                </c:pt>
                <c:pt idx="22">
                  <c:v>0.2896174863387978</c:v>
                </c:pt>
                <c:pt idx="23">
                  <c:v>0.34426229508196721</c:v>
                </c:pt>
                <c:pt idx="24">
                  <c:v>0.26229508196721313</c:v>
                </c:pt>
                <c:pt idx="25">
                  <c:v>0.32240437158469948</c:v>
                </c:pt>
                <c:pt idx="26">
                  <c:v>0.32240437158469948</c:v>
                </c:pt>
                <c:pt idx="27">
                  <c:v>0.33333333333333331</c:v>
                </c:pt>
                <c:pt idx="28">
                  <c:v>0.34972677595628415</c:v>
                </c:pt>
                <c:pt idx="29">
                  <c:v>0.31683168316831684</c:v>
                </c:pt>
                <c:pt idx="30">
                  <c:v>0.25742574257425743</c:v>
                </c:pt>
                <c:pt idx="31">
                  <c:v>0.30693069306930693</c:v>
                </c:pt>
                <c:pt idx="32">
                  <c:v>0.2722772277227723</c:v>
                </c:pt>
                <c:pt idx="33">
                  <c:v>0.29702970297029702</c:v>
                </c:pt>
                <c:pt idx="34">
                  <c:v>0.25742574257425743</c:v>
                </c:pt>
                <c:pt idx="35">
                  <c:v>0.30693069306930693</c:v>
                </c:pt>
                <c:pt idx="36">
                  <c:v>0.30569948186528495</c:v>
                </c:pt>
                <c:pt idx="37">
                  <c:v>0.30051813471502592</c:v>
                </c:pt>
                <c:pt idx="38">
                  <c:v>0.27461139896373055</c:v>
                </c:pt>
                <c:pt idx="39">
                  <c:v>0.28497409326424872</c:v>
                </c:pt>
                <c:pt idx="40">
                  <c:v>0.33678756476683935</c:v>
                </c:pt>
                <c:pt idx="41">
                  <c:v>0.27979274611398963</c:v>
                </c:pt>
                <c:pt idx="42">
                  <c:v>0.38341968911917096</c:v>
                </c:pt>
                <c:pt idx="43">
                  <c:v>0.29353233830845771</c:v>
                </c:pt>
                <c:pt idx="44">
                  <c:v>0.26865671641791045</c:v>
                </c:pt>
                <c:pt idx="45">
                  <c:v>0.3383084577114428</c:v>
                </c:pt>
                <c:pt idx="46">
                  <c:v>0.29353233830845771</c:v>
                </c:pt>
                <c:pt idx="47">
                  <c:v>0.30348258706467662</c:v>
                </c:pt>
                <c:pt idx="48">
                  <c:v>0.28855721393034828</c:v>
                </c:pt>
                <c:pt idx="49">
                  <c:v>0.33333333333333331</c:v>
                </c:pt>
                <c:pt idx="50">
                  <c:v>0.30097087378640774</c:v>
                </c:pt>
                <c:pt idx="51">
                  <c:v>0.25728155339805825</c:v>
                </c:pt>
                <c:pt idx="52">
                  <c:v>0.29126213592233008</c:v>
                </c:pt>
                <c:pt idx="53">
                  <c:v>0.32524271844660196</c:v>
                </c:pt>
                <c:pt idx="54">
                  <c:v>0.32524271844660196</c:v>
                </c:pt>
                <c:pt idx="55">
                  <c:v>0.29611650485436891</c:v>
                </c:pt>
                <c:pt idx="56">
                  <c:v>0.30582524271844658</c:v>
                </c:pt>
                <c:pt idx="57">
                  <c:v>0.31770833333333331</c:v>
                </c:pt>
                <c:pt idx="58">
                  <c:v>0.28125</c:v>
                </c:pt>
                <c:pt idx="59">
                  <c:v>0.375</c:v>
                </c:pt>
                <c:pt idx="60">
                  <c:v>0.28125</c:v>
                </c:pt>
                <c:pt idx="61">
                  <c:v>0.34375</c:v>
                </c:pt>
                <c:pt idx="62">
                  <c:v>0.31770833333333331</c:v>
                </c:pt>
                <c:pt idx="63">
                  <c:v>0.30208333333333331</c:v>
                </c:pt>
                <c:pt idx="64">
                  <c:v>0.32653061224489793</c:v>
                </c:pt>
                <c:pt idx="65">
                  <c:v>0.31632653061224492</c:v>
                </c:pt>
                <c:pt idx="66">
                  <c:v>0.23469387755102042</c:v>
                </c:pt>
                <c:pt idx="67">
                  <c:v>0.25</c:v>
                </c:pt>
                <c:pt idx="68">
                  <c:v>0.30102040816326531</c:v>
                </c:pt>
                <c:pt idx="69">
                  <c:v>0.30612244897959184</c:v>
                </c:pt>
                <c:pt idx="70">
                  <c:v>0.27040816326530615</c:v>
                </c:pt>
                <c:pt idx="71">
                  <c:v>0.29756097560975608</c:v>
                </c:pt>
                <c:pt idx="72">
                  <c:v>0.28292682926829266</c:v>
                </c:pt>
                <c:pt idx="73">
                  <c:v>0.31219512195121951</c:v>
                </c:pt>
                <c:pt idx="74">
                  <c:v>0.31707317073170732</c:v>
                </c:pt>
                <c:pt idx="75">
                  <c:v>0.36097560975609755</c:v>
                </c:pt>
                <c:pt idx="76">
                  <c:v>0.28292682926829266</c:v>
                </c:pt>
                <c:pt idx="77">
                  <c:v>0.30243902439024389</c:v>
                </c:pt>
                <c:pt idx="78">
                  <c:v>0.323943661971831</c:v>
                </c:pt>
                <c:pt idx="79">
                  <c:v>0.30985915492957744</c:v>
                </c:pt>
                <c:pt idx="80">
                  <c:v>0.31455399061032863</c:v>
                </c:pt>
                <c:pt idx="81">
                  <c:v>0.33333333333333331</c:v>
                </c:pt>
                <c:pt idx="82">
                  <c:v>0.31455399061032863</c:v>
                </c:pt>
                <c:pt idx="83">
                  <c:v>0.25821596244131456</c:v>
                </c:pt>
                <c:pt idx="84">
                  <c:v>0.27230046948356806</c:v>
                </c:pt>
                <c:pt idx="85">
                  <c:v>0.35096153846153844</c:v>
                </c:pt>
                <c:pt idx="86">
                  <c:v>0.27884615384615385</c:v>
                </c:pt>
                <c:pt idx="87">
                  <c:v>0.36538461538461536</c:v>
                </c:pt>
                <c:pt idx="88">
                  <c:v>0.29807692307692307</c:v>
                </c:pt>
                <c:pt idx="89">
                  <c:v>0.31730769230769229</c:v>
                </c:pt>
                <c:pt idx="90">
                  <c:v>0.28365384615384615</c:v>
                </c:pt>
                <c:pt idx="91">
                  <c:v>0.29326923076923078</c:v>
                </c:pt>
                <c:pt idx="92">
                  <c:v>0.25120772946859904</c:v>
                </c:pt>
                <c:pt idx="93">
                  <c:v>0.33333333333333331</c:v>
                </c:pt>
                <c:pt idx="94">
                  <c:v>0.33816425120772947</c:v>
                </c:pt>
                <c:pt idx="95">
                  <c:v>0.21739130434782608</c:v>
                </c:pt>
                <c:pt idx="96">
                  <c:v>0.3719806763285024</c:v>
                </c:pt>
                <c:pt idx="97">
                  <c:v>0.29468599033816423</c:v>
                </c:pt>
                <c:pt idx="98">
                  <c:v>0.27053140096618356</c:v>
                </c:pt>
                <c:pt idx="99">
                  <c:v>0.3235294117647059</c:v>
                </c:pt>
                <c:pt idx="100">
                  <c:v>0.25</c:v>
                </c:pt>
                <c:pt idx="101">
                  <c:v>0.28921568627450983</c:v>
                </c:pt>
                <c:pt idx="102">
                  <c:v>0.31862745098039214</c:v>
                </c:pt>
                <c:pt idx="103">
                  <c:v>0.25980392156862747</c:v>
                </c:pt>
                <c:pt idx="104">
                  <c:v>0.35294117647058826</c:v>
                </c:pt>
                <c:pt idx="105">
                  <c:v>0.30392156862745096</c:v>
                </c:pt>
                <c:pt idx="106">
                  <c:v>0.30845771144278605</c:v>
                </c:pt>
                <c:pt idx="107">
                  <c:v>0.34825870646766172</c:v>
                </c:pt>
                <c:pt idx="108">
                  <c:v>0.30845771144278605</c:v>
                </c:pt>
                <c:pt idx="109">
                  <c:v>0.4079601990049751</c:v>
                </c:pt>
                <c:pt idx="110">
                  <c:v>0.25870646766169153</c:v>
                </c:pt>
                <c:pt idx="111">
                  <c:v>0.32338308457711445</c:v>
                </c:pt>
                <c:pt idx="112">
                  <c:v>0.31840796019900497</c:v>
                </c:pt>
                <c:pt idx="113">
                  <c:v>0.26760563380281688</c:v>
                </c:pt>
                <c:pt idx="114">
                  <c:v>0.27230046948356806</c:v>
                </c:pt>
                <c:pt idx="115">
                  <c:v>0.30985915492957744</c:v>
                </c:pt>
                <c:pt idx="116">
                  <c:v>0.28169014084507044</c:v>
                </c:pt>
                <c:pt idx="117">
                  <c:v>0.25821596244131456</c:v>
                </c:pt>
                <c:pt idx="118">
                  <c:v>0.30516431924882631</c:v>
                </c:pt>
                <c:pt idx="119">
                  <c:v>0.25352112676056338</c:v>
                </c:pt>
                <c:pt idx="120">
                  <c:v>0.30841121495327101</c:v>
                </c:pt>
                <c:pt idx="121">
                  <c:v>0.3364485981308411</c:v>
                </c:pt>
                <c:pt idx="122">
                  <c:v>0.27102803738317754</c:v>
                </c:pt>
                <c:pt idx="123">
                  <c:v>0.2570093457943925</c:v>
                </c:pt>
                <c:pt idx="124">
                  <c:v>0.26168224299065418</c:v>
                </c:pt>
                <c:pt idx="125">
                  <c:v>0.29439252336448596</c:v>
                </c:pt>
                <c:pt idx="126">
                  <c:v>0.32242990654205606</c:v>
                </c:pt>
                <c:pt idx="127">
                  <c:v>0.30541871921182268</c:v>
                </c:pt>
                <c:pt idx="128">
                  <c:v>0.29556650246305421</c:v>
                </c:pt>
                <c:pt idx="129">
                  <c:v>0.29556650246305421</c:v>
                </c:pt>
                <c:pt idx="130">
                  <c:v>0.29556650246305421</c:v>
                </c:pt>
                <c:pt idx="131">
                  <c:v>0.27093596059113301</c:v>
                </c:pt>
                <c:pt idx="132">
                  <c:v>0.30541871921182268</c:v>
                </c:pt>
                <c:pt idx="133">
                  <c:v>0.26108374384236455</c:v>
                </c:pt>
                <c:pt idx="134">
                  <c:v>0.26732673267326734</c:v>
                </c:pt>
                <c:pt idx="135">
                  <c:v>0.22772277227722773</c:v>
                </c:pt>
                <c:pt idx="136">
                  <c:v>0.2722772277227723</c:v>
                </c:pt>
                <c:pt idx="137">
                  <c:v>0.25247524752475248</c:v>
                </c:pt>
                <c:pt idx="138">
                  <c:v>0.28712871287128711</c:v>
                </c:pt>
                <c:pt idx="139">
                  <c:v>0.25247524752475248</c:v>
                </c:pt>
                <c:pt idx="140">
                  <c:v>0.19801980198019803</c:v>
                </c:pt>
                <c:pt idx="141">
                  <c:v>0.29940119760479039</c:v>
                </c:pt>
                <c:pt idx="142">
                  <c:v>0.20359281437125748</c:v>
                </c:pt>
                <c:pt idx="143">
                  <c:v>0.24550898203592814</c:v>
                </c:pt>
                <c:pt idx="144">
                  <c:v>0.23353293413173654</c:v>
                </c:pt>
                <c:pt idx="145">
                  <c:v>0.19161676646706588</c:v>
                </c:pt>
                <c:pt idx="146">
                  <c:v>0.19161676646706588</c:v>
                </c:pt>
                <c:pt idx="147">
                  <c:v>0.18562874251497005</c:v>
                </c:pt>
                <c:pt idx="148">
                  <c:v>0.22292993630573249</c:v>
                </c:pt>
                <c:pt idx="149">
                  <c:v>0.20382165605095542</c:v>
                </c:pt>
                <c:pt idx="150">
                  <c:v>0.1464968152866242</c:v>
                </c:pt>
                <c:pt idx="151">
                  <c:v>0.22292993630573249</c:v>
                </c:pt>
                <c:pt idx="152">
                  <c:v>0.20382165605095542</c:v>
                </c:pt>
                <c:pt idx="153">
                  <c:v>0.15923566878980891</c:v>
                </c:pt>
                <c:pt idx="154">
                  <c:v>0.12101910828025478</c:v>
                </c:pt>
                <c:pt idx="155">
                  <c:v>0.19230769230769232</c:v>
                </c:pt>
                <c:pt idx="156">
                  <c:v>0.14743589743589744</c:v>
                </c:pt>
                <c:pt idx="157">
                  <c:v>0.20512820512820512</c:v>
                </c:pt>
                <c:pt idx="158">
                  <c:v>0.22435897435897437</c:v>
                </c:pt>
                <c:pt idx="159">
                  <c:v>0.1858974358974359</c:v>
                </c:pt>
                <c:pt idx="160">
                  <c:v>0.23076923076923078</c:v>
                </c:pt>
                <c:pt idx="161">
                  <c:v>0.19230769230769232</c:v>
                </c:pt>
                <c:pt idx="162">
                  <c:v>0.16339869281045752</c:v>
                </c:pt>
                <c:pt idx="163">
                  <c:v>0.20261437908496732</c:v>
                </c:pt>
                <c:pt idx="164">
                  <c:v>0.22222222222222221</c:v>
                </c:pt>
                <c:pt idx="165">
                  <c:v>0.1437908496732026</c:v>
                </c:pt>
                <c:pt idx="166">
                  <c:v>0.16993464052287582</c:v>
                </c:pt>
                <c:pt idx="167">
                  <c:v>0.17647058823529413</c:v>
                </c:pt>
                <c:pt idx="168">
                  <c:v>0.18300653594771241</c:v>
                </c:pt>
                <c:pt idx="169">
                  <c:v>0.13793103448275862</c:v>
                </c:pt>
                <c:pt idx="170">
                  <c:v>0.22068965517241379</c:v>
                </c:pt>
                <c:pt idx="171">
                  <c:v>0.19310344827586207</c:v>
                </c:pt>
                <c:pt idx="172">
                  <c:v>0.19310344827586207</c:v>
                </c:pt>
                <c:pt idx="173">
                  <c:v>0.2</c:v>
                </c:pt>
                <c:pt idx="174">
                  <c:v>0.24827586206896551</c:v>
                </c:pt>
                <c:pt idx="175">
                  <c:v>0.16551724137931034</c:v>
                </c:pt>
                <c:pt idx="176">
                  <c:v>0.23404255319148937</c:v>
                </c:pt>
                <c:pt idx="177">
                  <c:v>0.18439716312056736</c:v>
                </c:pt>
                <c:pt idx="178">
                  <c:v>0.1702127659574468</c:v>
                </c:pt>
                <c:pt idx="179">
                  <c:v>0.22695035460992907</c:v>
                </c:pt>
                <c:pt idx="180">
                  <c:v>0.20567375886524822</c:v>
                </c:pt>
                <c:pt idx="181">
                  <c:v>0.15602836879432624</c:v>
                </c:pt>
                <c:pt idx="182">
                  <c:v>0.26241134751773049</c:v>
                </c:pt>
                <c:pt idx="183">
                  <c:v>0.12631578947368421</c:v>
                </c:pt>
                <c:pt idx="184">
                  <c:v>0.18421052631578946</c:v>
                </c:pt>
                <c:pt idx="185">
                  <c:v>0.21052631578947367</c:v>
                </c:pt>
                <c:pt idx="186">
                  <c:v>0.24210526315789474</c:v>
                </c:pt>
                <c:pt idx="187">
                  <c:v>0.18947368421052632</c:v>
                </c:pt>
                <c:pt idx="188">
                  <c:v>0.24210526315789474</c:v>
                </c:pt>
                <c:pt idx="189">
                  <c:v>0.18421052631578946</c:v>
                </c:pt>
                <c:pt idx="190">
                  <c:v>0.22746781115879827</c:v>
                </c:pt>
                <c:pt idx="191">
                  <c:v>0.22746781115879827</c:v>
                </c:pt>
                <c:pt idx="192">
                  <c:v>0.22317596566523606</c:v>
                </c:pt>
                <c:pt idx="193">
                  <c:v>0.27896995708154504</c:v>
                </c:pt>
                <c:pt idx="194">
                  <c:v>0.22317596566523606</c:v>
                </c:pt>
                <c:pt idx="195">
                  <c:v>0.26609442060085836</c:v>
                </c:pt>
                <c:pt idx="196">
                  <c:v>0.33047210300429186</c:v>
                </c:pt>
                <c:pt idx="197">
                  <c:v>0.22426470588235295</c:v>
                </c:pt>
                <c:pt idx="198">
                  <c:v>0.25735294117647056</c:v>
                </c:pt>
                <c:pt idx="199">
                  <c:v>0.24264705882352941</c:v>
                </c:pt>
                <c:pt idx="200">
                  <c:v>0.26838235294117646</c:v>
                </c:pt>
                <c:pt idx="201">
                  <c:v>0.26838235294117646</c:v>
                </c:pt>
                <c:pt idx="202">
                  <c:v>0.29411764705882354</c:v>
                </c:pt>
                <c:pt idx="203">
                  <c:v>0.27573529411764708</c:v>
                </c:pt>
                <c:pt idx="204">
                  <c:v>0.30508474576271188</c:v>
                </c:pt>
                <c:pt idx="205">
                  <c:v>0.26440677966101694</c:v>
                </c:pt>
                <c:pt idx="206">
                  <c:v>0.30508474576271188</c:v>
                </c:pt>
                <c:pt idx="207">
                  <c:v>0.29830508474576273</c:v>
                </c:pt>
                <c:pt idx="208">
                  <c:v>0.28135593220338984</c:v>
                </c:pt>
                <c:pt idx="209">
                  <c:v>0.31186440677966104</c:v>
                </c:pt>
                <c:pt idx="210">
                  <c:v>0.33559322033898303</c:v>
                </c:pt>
                <c:pt idx="211">
                  <c:v>0.26878612716763006</c:v>
                </c:pt>
                <c:pt idx="212">
                  <c:v>0.33236994219653176</c:v>
                </c:pt>
                <c:pt idx="213">
                  <c:v>0.31213872832369943</c:v>
                </c:pt>
                <c:pt idx="214">
                  <c:v>0.32369942196531792</c:v>
                </c:pt>
                <c:pt idx="215">
                  <c:v>0.24855491329479767</c:v>
                </c:pt>
                <c:pt idx="216">
                  <c:v>0.2832369942196532</c:v>
                </c:pt>
                <c:pt idx="217">
                  <c:v>0.28901734104046245</c:v>
                </c:pt>
                <c:pt idx="218">
                  <c:v>0.27941176470588236</c:v>
                </c:pt>
                <c:pt idx="219">
                  <c:v>0.28823529411764703</c:v>
                </c:pt>
                <c:pt idx="220">
                  <c:v>0.26470588235294118</c:v>
                </c:pt>
                <c:pt idx="221">
                  <c:v>0.31470588235294117</c:v>
                </c:pt>
                <c:pt idx="222">
                  <c:v>0.29705882352941176</c:v>
                </c:pt>
                <c:pt idx="223">
                  <c:v>0.30588235294117649</c:v>
                </c:pt>
                <c:pt idx="224">
                  <c:v>0.28823529411764703</c:v>
                </c:pt>
                <c:pt idx="225">
                  <c:v>0.29106628242074928</c:v>
                </c:pt>
                <c:pt idx="226">
                  <c:v>0.27089337175792505</c:v>
                </c:pt>
                <c:pt idx="227">
                  <c:v>0.31123919308357351</c:v>
                </c:pt>
                <c:pt idx="228">
                  <c:v>0.29682997118155618</c:v>
                </c:pt>
                <c:pt idx="229">
                  <c:v>0.2737752161383285</c:v>
                </c:pt>
                <c:pt idx="230">
                  <c:v>0.30835734870317005</c:v>
                </c:pt>
                <c:pt idx="231">
                  <c:v>0.33429394812680113</c:v>
                </c:pt>
                <c:pt idx="232">
                  <c:v>0.28385416666666669</c:v>
                </c:pt>
                <c:pt idx="233">
                  <c:v>0.21875</c:v>
                </c:pt>
                <c:pt idx="234">
                  <c:v>0.25520833333333331</c:v>
                </c:pt>
                <c:pt idx="235">
                  <c:v>0.29947916666666669</c:v>
                </c:pt>
                <c:pt idx="236">
                  <c:v>0.24739583333333334</c:v>
                </c:pt>
                <c:pt idx="237">
                  <c:v>0.27604166666666669</c:v>
                </c:pt>
                <c:pt idx="238">
                  <c:v>0.30729166666666669</c:v>
                </c:pt>
                <c:pt idx="239">
                  <c:v>0.20785597381342061</c:v>
                </c:pt>
                <c:pt idx="240">
                  <c:v>0.1702127659574468</c:v>
                </c:pt>
                <c:pt idx="241">
                  <c:v>0.2144026186579378</c:v>
                </c:pt>
                <c:pt idx="242">
                  <c:v>0.21276595744680851</c:v>
                </c:pt>
                <c:pt idx="243">
                  <c:v>0.22585924713584288</c:v>
                </c:pt>
                <c:pt idx="244">
                  <c:v>0.27332242225859249</c:v>
                </c:pt>
                <c:pt idx="245">
                  <c:v>0.27823240589198034</c:v>
                </c:pt>
                <c:pt idx="246">
                  <c:v>0.23174157303370788</c:v>
                </c:pt>
                <c:pt idx="247">
                  <c:v>0.20926966292134833</c:v>
                </c:pt>
                <c:pt idx="248">
                  <c:v>0.21207865168539325</c:v>
                </c:pt>
                <c:pt idx="249">
                  <c:v>0.24297752808988765</c:v>
                </c:pt>
                <c:pt idx="250">
                  <c:v>0.21067415730337077</c:v>
                </c:pt>
                <c:pt idx="251">
                  <c:v>0.22752808988764045</c:v>
                </c:pt>
                <c:pt idx="252">
                  <c:v>0.24578651685393257</c:v>
                </c:pt>
                <c:pt idx="253">
                  <c:v>0.22797927461139897</c:v>
                </c:pt>
                <c:pt idx="254">
                  <c:v>0.23316062176165803</c:v>
                </c:pt>
                <c:pt idx="255">
                  <c:v>0.21761658031088082</c:v>
                </c:pt>
                <c:pt idx="256">
                  <c:v>0.23963730569948186</c:v>
                </c:pt>
                <c:pt idx="257">
                  <c:v>0.2344559585492228</c:v>
                </c:pt>
                <c:pt idx="258">
                  <c:v>0.22279792746113988</c:v>
                </c:pt>
                <c:pt idx="259">
                  <c:v>0.2422279792746114</c:v>
                </c:pt>
                <c:pt idx="260">
                  <c:v>0.33231707317073172</c:v>
                </c:pt>
                <c:pt idx="261">
                  <c:v>0.28048780487804881</c:v>
                </c:pt>
                <c:pt idx="262">
                  <c:v>0.29573170731707316</c:v>
                </c:pt>
                <c:pt idx="263">
                  <c:v>0.19969512195121952</c:v>
                </c:pt>
                <c:pt idx="264">
                  <c:v>0.26829268292682928</c:v>
                </c:pt>
                <c:pt idx="265">
                  <c:v>0.2073170731707317</c:v>
                </c:pt>
                <c:pt idx="266">
                  <c:v>0.23323170731707318</c:v>
                </c:pt>
                <c:pt idx="267">
                  <c:v>0.24054462934947049</c:v>
                </c:pt>
                <c:pt idx="268">
                  <c:v>0.21633888048411498</c:v>
                </c:pt>
                <c:pt idx="269">
                  <c:v>0.23600605143721634</c:v>
                </c:pt>
                <c:pt idx="270">
                  <c:v>0.22844175491679275</c:v>
                </c:pt>
                <c:pt idx="271">
                  <c:v>0.22390317700453857</c:v>
                </c:pt>
                <c:pt idx="272">
                  <c:v>0.2783661119515885</c:v>
                </c:pt>
                <c:pt idx="273">
                  <c:v>0.30862329803328292</c:v>
                </c:pt>
                <c:pt idx="274">
                  <c:v>0.30758226037195996</c:v>
                </c:pt>
                <c:pt idx="275">
                  <c:v>0.2832618025751073</c:v>
                </c:pt>
                <c:pt idx="276">
                  <c:v>0.28469241773962806</c:v>
                </c:pt>
                <c:pt idx="277">
                  <c:v>0.26895565092989987</c:v>
                </c:pt>
                <c:pt idx="278">
                  <c:v>0.28183118741058655</c:v>
                </c:pt>
                <c:pt idx="279">
                  <c:v>0.27467811158798283</c:v>
                </c:pt>
                <c:pt idx="280">
                  <c:v>0.28612303290414881</c:v>
                </c:pt>
                <c:pt idx="281">
                  <c:v>0.31270358306188922</c:v>
                </c:pt>
                <c:pt idx="282">
                  <c:v>0.28013029315960913</c:v>
                </c:pt>
                <c:pt idx="283">
                  <c:v>0.26058631921824105</c:v>
                </c:pt>
                <c:pt idx="284">
                  <c:v>0.2736156351791531</c:v>
                </c:pt>
                <c:pt idx="285">
                  <c:v>0.27850162866449513</c:v>
                </c:pt>
                <c:pt idx="286">
                  <c:v>0.250814332247557</c:v>
                </c:pt>
                <c:pt idx="287">
                  <c:v>0.23778501628664495</c:v>
                </c:pt>
                <c:pt idx="288">
                  <c:v>0.30458715596330277</c:v>
                </c:pt>
                <c:pt idx="289">
                  <c:v>0.24587155963302754</c:v>
                </c:pt>
                <c:pt idx="290">
                  <c:v>0.27339449541284405</c:v>
                </c:pt>
                <c:pt idx="291">
                  <c:v>0.24220183486238533</c:v>
                </c:pt>
                <c:pt idx="292">
                  <c:v>0.24036697247706423</c:v>
                </c:pt>
                <c:pt idx="293">
                  <c:v>0.19082568807339451</c:v>
                </c:pt>
                <c:pt idx="294">
                  <c:v>0.19266055045871561</c:v>
                </c:pt>
                <c:pt idx="295">
                  <c:v>0.24881516587677724</c:v>
                </c:pt>
                <c:pt idx="296">
                  <c:v>0.2132701421800948</c:v>
                </c:pt>
                <c:pt idx="297">
                  <c:v>0.23933649289099526</c:v>
                </c:pt>
                <c:pt idx="298">
                  <c:v>0.21800947867298578</c:v>
                </c:pt>
                <c:pt idx="299">
                  <c:v>0.16113744075829384</c:v>
                </c:pt>
                <c:pt idx="300">
                  <c:v>0.17772511848341233</c:v>
                </c:pt>
                <c:pt idx="301">
                  <c:v>0.17298578199052134</c:v>
                </c:pt>
                <c:pt idx="302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941-4169-BB2D-57AF9E997AAB}"/>
            </c:ext>
          </c:extLst>
        </c:ser>
        <c:ser>
          <c:idx val="1"/>
          <c:order val="1"/>
          <c:tx>
            <c:strRef>
              <c:f>'DAUWAUMAU+ГРАФФИК'!$H$1</c:f>
              <c:strCache>
                <c:ptCount val="1"/>
                <c:pt idx="0">
                  <c:v>SF(month)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'DAUWAUMAU+ГРАФФИК'!$C:$C</c:f>
              <c:strCache>
                <c:ptCount val="304"/>
                <c:pt idx="0">
                  <c:v>date</c:v>
                </c:pt>
                <c:pt idx="1">
                  <c:v>02.07.2022</c:v>
                </c:pt>
                <c:pt idx="2">
                  <c:v>03.07.2022</c:v>
                </c:pt>
                <c:pt idx="3">
                  <c:v>04.07.2022</c:v>
                </c:pt>
                <c:pt idx="4">
                  <c:v>05.07.2022</c:v>
                </c:pt>
                <c:pt idx="5">
                  <c:v>06.07.2022</c:v>
                </c:pt>
                <c:pt idx="6">
                  <c:v>07.07.2022</c:v>
                </c:pt>
                <c:pt idx="7">
                  <c:v>08.07.2022</c:v>
                </c:pt>
                <c:pt idx="8">
                  <c:v>09.07.2022</c:v>
                </c:pt>
                <c:pt idx="9">
                  <c:v>10.07.2022</c:v>
                </c:pt>
                <c:pt idx="10">
                  <c:v>11.07.2022</c:v>
                </c:pt>
                <c:pt idx="11">
                  <c:v>12.07.2022</c:v>
                </c:pt>
                <c:pt idx="12">
                  <c:v>13.07.2022</c:v>
                </c:pt>
                <c:pt idx="13">
                  <c:v>14.07.2022</c:v>
                </c:pt>
                <c:pt idx="14">
                  <c:v>15.07.2022</c:v>
                </c:pt>
                <c:pt idx="15">
                  <c:v>16.07.2022</c:v>
                </c:pt>
                <c:pt idx="16">
                  <c:v>17.07.2022</c:v>
                </c:pt>
                <c:pt idx="17">
                  <c:v>18.07.2022</c:v>
                </c:pt>
                <c:pt idx="18">
                  <c:v>19.07.2022</c:v>
                </c:pt>
                <c:pt idx="19">
                  <c:v>20.07.2022</c:v>
                </c:pt>
                <c:pt idx="20">
                  <c:v>21.07.2022</c:v>
                </c:pt>
                <c:pt idx="21">
                  <c:v>22.07.2022</c:v>
                </c:pt>
                <c:pt idx="22">
                  <c:v>23.07.2022</c:v>
                </c:pt>
                <c:pt idx="23">
                  <c:v>24.07.2022</c:v>
                </c:pt>
                <c:pt idx="24">
                  <c:v>25.07.2022</c:v>
                </c:pt>
                <c:pt idx="25">
                  <c:v>26.07.2022</c:v>
                </c:pt>
                <c:pt idx="26">
                  <c:v>27.07.2022</c:v>
                </c:pt>
                <c:pt idx="27">
                  <c:v>28.07.2022</c:v>
                </c:pt>
                <c:pt idx="28">
                  <c:v>29.07.2022</c:v>
                </c:pt>
                <c:pt idx="29">
                  <c:v>30.07.2022</c:v>
                </c:pt>
                <c:pt idx="30">
                  <c:v>31.07.2022</c:v>
                </c:pt>
                <c:pt idx="31">
                  <c:v>01.08.2022</c:v>
                </c:pt>
                <c:pt idx="32">
                  <c:v>02.08.2022</c:v>
                </c:pt>
                <c:pt idx="33">
                  <c:v>03.08.2022</c:v>
                </c:pt>
                <c:pt idx="34">
                  <c:v>04.08.2022</c:v>
                </c:pt>
                <c:pt idx="35">
                  <c:v>05.08.2022</c:v>
                </c:pt>
                <c:pt idx="36">
                  <c:v>06.08.2022</c:v>
                </c:pt>
                <c:pt idx="37">
                  <c:v>07.08.2022</c:v>
                </c:pt>
                <c:pt idx="38">
                  <c:v>08.08.2022</c:v>
                </c:pt>
                <c:pt idx="39">
                  <c:v>09.08.2022</c:v>
                </c:pt>
                <c:pt idx="40">
                  <c:v>10.08.2022</c:v>
                </c:pt>
                <c:pt idx="41">
                  <c:v>11.08.2022</c:v>
                </c:pt>
                <c:pt idx="42">
                  <c:v>12.08.2022</c:v>
                </c:pt>
                <c:pt idx="43">
                  <c:v>13.08.2022</c:v>
                </c:pt>
                <c:pt idx="44">
                  <c:v>14.08.2022</c:v>
                </c:pt>
                <c:pt idx="45">
                  <c:v>15.08.2022</c:v>
                </c:pt>
                <c:pt idx="46">
                  <c:v>16.08.2022</c:v>
                </c:pt>
                <c:pt idx="47">
                  <c:v>17.08.2022</c:v>
                </c:pt>
                <c:pt idx="48">
                  <c:v>18.08.2022</c:v>
                </c:pt>
                <c:pt idx="49">
                  <c:v>19.08.2022</c:v>
                </c:pt>
                <c:pt idx="50">
                  <c:v>20.08.2022</c:v>
                </c:pt>
                <c:pt idx="51">
                  <c:v>21.08.2022</c:v>
                </c:pt>
                <c:pt idx="52">
                  <c:v>22.08.2022</c:v>
                </c:pt>
                <c:pt idx="53">
                  <c:v>23.08.2022</c:v>
                </c:pt>
                <c:pt idx="54">
                  <c:v>24.08.2022</c:v>
                </c:pt>
                <c:pt idx="55">
                  <c:v>25.08.2022</c:v>
                </c:pt>
                <c:pt idx="56">
                  <c:v>26.08.2022</c:v>
                </c:pt>
                <c:pt idx="57">
                  <c:v>27.08.2022</c:v>
                </c:pt>
                <c:pt idx="58">
                  <c:v>28.08.2022</c:v>
                </c:pt>
                <c:pt idx="59">
                  <c:v>29.08.2022</c:v>
                </c:pt>
                <c:pt idx="60">
                  <c:v>30.08.2022</c:v>
                </c:pt>
                <c:pt idx="61">
                  <c:v>31.08.2022</c:v>
                </c:pt>
                <c:pt idx="62">
                  <c:v>01.09.2022</c:v>
                </c:pt>
                <c:pt idx="63">
                  <c:v>02.09.2022</c:v>
                </c:pt>
                <c:pt idx="64">
                  <c:v>03.09.2022</c:v>
                </c:pt>
                <c:pt idx="65">
                  <c:v>04.09.2022</c:v>
                </c:pt>
                <c:pt idx="66">
                  <c:v>05.09.2022</c:v>
                </c:pt>
                <c:pt idx="67">
                  <c:v>06.09.2022</c:v>
                </c:pt>
                <c:pt idx="68">
                  <c:v>07.09.2022</c:v>
                </c:pt>
                <c:pt idx="69">
                  <c:v>08.09.2022</c:v>
                </c:pt>
                <c:pt idx="70">
                  <c:v>09.09.2022</c:v>
                </c:pt>
                <c:pt idx="71">
                  <c:v>10.09.2022</c:v>
                </c:pt>
                <c:pt idx="72">
                  <c:v>11.09.2022</c:v>
                </c:pt>
                <c:pt idx="73">
                  <c:v>12.09.2022</c:v>
                </c:pt>
                <c:pt idx="74">
                  <c:v>13.09.2022</c:v>
                </c:pt>
                <c:pt idx="75">
                  <c:v>14.09.2022</c:v>
                </c:pt>
                <c:pt idx="76">
                  <c:v>15.09.2022</c:v>
                </c:pt>
                <c:pt idx="77">
                  <c:v>16.09.2022</c:v>
                </c:pt>
                <c:pt idx="78">
                  <c:v>17.09.2022</c:v>
                </c:pt>
                <c:pt idx="79">
                  <c:v>18.09.2022</c:v>
                </c:pt>
                <c:pt idx="80">
                  <c:v>19.09.2022</c:v>
                </c:pt>
                <c:pt idx="81">
                  <c:v>20.09.2022</c:v>
                </c:pt>
                <c:pt idx="82">
                  <c:v>21.09.2022</c:v>
                </c:pt>
                <c:pt idx="83">
                  <c:v>22.09.2022</c:v>
                </c:pt>
                <c:pt idx="84">
                  <c:v>23.09.2022</c:v>
                </c:pt>
                <c:pt idx="85">
                  <c:v>24.09.2022</c:v>
                </c:pt>
                <c:pt idx="86">
                  <c:v>25.09.2022</c:v>
                </c:pt>
                <c:pt idx="87">
                  <c:v>26.09.2022</c:v>
                </c:pt>
                <c:pt idx="88">
                  <c:v>27.09.2022</c:v>
                </c:pt>
                <c:pt idx="89">
                  <c:v>28.09.2022</c:v>
                </c:pt>
                <c:pt idx="90">
                  <c:v>29.09.2022</c:v>
                </c:pt>
                <c:pt idx="91">
                  <c:v>30.09.2022</c:v>
                </c:pt>
                <c:pt idx="92">
                  <c:v>01.10.2022</c:v>
                </c:pt>
                <c:pt idx="93">
                  <c:v>02.10.2022</c:v>
                </c:pt>
                <c:pt idx="94">
                  <c:v>03.10.2022</c:v>
                </c:pt>
                <c:pt idx="95">
                  <c:v>04.10.2022</c:v>
                </c:pt>
                <c:pt idx="96">
                  <c:v>05.10.2022</c:v>
                </c:pt>
                <c:pt idx="97">
                  <c:v>06.10.2022</c:v>
                </c:pt>
                <c:pt idx="98">
                  <c:v>07.10.2022</c:v>
                </c:pt>
                <c:pt idx="99">
                  <c:v>08.10.2022</c:v>
                </c:pt>
                <c:pt idx="100">
                  <c:v>09.10.2022</c:v>
                </c:pt>
                <c:pt idx="101">
                  <c:v>10.10.2022</c:v>
                </c:pt>
                <c:pt idx="102">
                  <c:v>11.10.2022</c:v>
                </c:pt>
                <c:pt idx="103">
                  <c:v>12.10.2022</c:v>
                </c:pt>
                <c:pt idx="104">
                  <c:v>13.10.2022</c:v>
                </c:pt>
                <c:pt idx="105">
                  <c:v>14.10.2022</c:v>
                </c:pt>
                <c:pt idx="106">
                  <c:v>15.10.2022</c:v>
                </c:pt>
                <c:pt idx="107">
                  <c:v>16.10.2022</c:v>
                </c:pt>
                <c:pt idx="108">
                  <c:v>17.10.2022</c:v>
                </c:pt>
                <c:pt idx="109">
                  <c:v>18.10.2022</c:v>
                </c:pt>
                <c:pt idx="110">
                  <c:v>19.10.2022</c:v>
                </c:pt>
                <c:pt idx="111">
                  <c:v>20.10.2022</c:v>
                </c:pt>
                <c:pt idx="112">
                  <c:v>21.10.2022</c:v>
                </c:pt>
                <c:pt idx="113">
                  <c:v>22.10.2022</c:v>
                </c:pt>
                <c:pt idx="114">
                  <c:v>23.10.2022</c:v>
                </c:pt>
                <c:pt idx="115">
                  <c:v>24.10.2022</c:v>
                </c:pt>
                <c:pt idx="116">
                  <c:v>25.10.2022</c:v>
                </c:pt>
                <c:pt idx="117">
                  <c:v>26.10.2022</c:v>
                </c:pt>
                <c:pt idx="118">
                  <c:v>27.10.2022</c:v>
                </c:pt>
                <c:pt idx="119">
                  <c:v>28.10.2022</c:v>
                </c:pt>
                <c:pt idx="120">
                  <c:v>29.10.2022</c:v>
                </c:pt>
                <c:pt idx="121">
                  <c:v>30.10.2022</c:v>
                </c:pt>
                <c:pt idx="122">
                  <c:v>31.10.2022</c:v>
                </c:pt>
                <c:pt idx="123">
                  <c:v>01.11.2022</c:v>
                </c:pt>
                <c:pt idx="124">
                  <c:v>02.11.2022</c:v>
                </c:pt>
                <c:pt idx="125">
                  <c:v>03.11.2022</c:v>
                </c:pt>
                <c:pt idx="126">
                  <c:v>04.11.2022</c:v>
                </c:pt>
                <c:pt idx="127">
                  <c:v>05.11.2022</c:v>
                </c:pt>
                <c:pt idx="128">
                  <c:v>06.11.2022</c:v>
                </c:pt>
                <c:pt idx="129">
                  <c:v>07.11.2022</c:v>
                </c:pt>
                <c:pt idx="130">
                  <c:v>08.11.2022</c:v>
                </c:pt>
                <c:pt idx="131">
                  <c:v>09.11.2022</c:v>
                </c:pt>
                <c:pt idx="132">
                  <c:v>10.11.2022</c:v>
                </c:pt>
                <c:pt idx="133">
                  <c:v>11.11.2022</c:v>
                </c:pt>
                <c:pt idx="134">
                  <c:v>12.11.2022</c:v>
                </c:pt>
                <c:pt idx="135">
                  <c:v>13.11.2022</c:v>
                </c:pt>
                <c:pt idx="136">
                  <c:v>14.11.2022</c:v>
                </c:pt>
                <c:pt idx="137">
                  <c:v>15.11.2022</c:v>
                </c:pt>
                <c:pt idx="138">
                  <c:v>16.11.2022</c:v>
                </c:pt>
                <c:pt idx="139">
                  <c:v>17.11.2022</c:v>
                </c:pt>
                <c:pt idx="140">
                  <c:v>18.11.2022</c:v>
                </c:pt>
                <c:pt idx="141">
                  <c:v>19.11.2022</c:v>
                </c:pt>
                <c:pt idx="142">
                  <c:v>20.11.2022</c:v>
                </c:pt>
                <c:pt idx="143">
                  <c:v>21.11.2022</c:v>
                </c:pt>
                <c:pt idx="144">
                  <c:v>22.11.2022</c:v>
                </c:pt>
                <c:pt idx="145">
                  <c:v>23.11.2022</c:v>
                </c:pt>
                <c:pt idx="146">
                  <c:v>24.11.2022</c:v>
                </c:pt>
                <c:pt idx="147">
                  <c:v>25.11.2022</c:v>
                </c:pt>
                <c:pt idx="148">
                  <c:v>26.11.2022</c:v>
                </c:pt>
                <c:pt idx="149">
                  <c:v>27.11.2022</c:v>
                </c:pt>
                <c:pt idx="150">
                  <c:v>28.11.2022</c:v>
                </c:pt>
                <c:pt idx="151">
                  <c:v>29.11.2022</c:v>
                </c:pt>
                <c:pt idx="152">
                  <c:v>30.11.2022</c:v>
                </c:pt>
                <c:pt idx="153">
                  <c:v>01.12.2022</c:v>
                </c:pt>
                <c:pt idx="154">
                  <c:v>02.12.2022</c:v>
                </c:pt>
                <c:pt idx="155">
                  <c:v>03.12.2022</c:v>
                </c:pt>
                <c:pt idx="156">
                  <c:v>04.12.2022</c:v>
                </c:pt>
                <c:pt idx="157">
                  <c:v>05.12.2022</c:v>
                </c:pt>
                <c:pt idx="158">
                  <c:v>06.12.2022</c:v>
                </c:pt>
                <c:pt idx="159">
                  <c:v>07.12.2022</c:v>
                </c:pt>
                <c:pt idx="160">
                  <c:v>08.12.2022</c:v>
                </c:pt>
                <c:pt idx="161">
                  <c:v>09.12.2022</c:v>
                </c:pt>
                <c:pt idx="162">
                  <c:v>10.12.2022</c:v>
                </c:pt>
                <c:pt idx="163">
                  <c:v>11.12.2022</c:v>
                </c:pt>
                <c:pt idx="164">
                  <c:v>12.12.2022</c:v>
                </c:pt>
                <c:pt idx="165">
                  <c:v>13.12.2022</c:v>
                </c:pt>
                <c:pt idx="166">
                  <c:v>14.12.2022</c:v>
                </c:pt>
                <c:pt idx="167">
                  <c:v>15.12.2022</c:v>
                </c:pt>
                <c:pt idx="168">
                  <c:v>16.12.2022</c:v>
                </c:pt>
                <c:pt idx="169">
                  <c:v>17.12.2022</c:v>
                </c:pt>
                <c:pt idx="170">
                  <c:v>18.12.2022</c:v>
                </c:pt>
                <c:pt idx="171">
                  <c:v>19.12.2022</c:v>
                </c:pt>
                <c:pt idx="172">
                  <c:v>20.12.2022</c:v>
                </c:pt>
                <c:pt idx="173">
                  <c:v>21.12.2022</c:v>
                </c:pt>
                <c:pt idx="174">
                  <c:v>22.12.2022</c:v>
                </c:pt>
                <c:pt idx="175">
                  <c:v>23.12.2022</c:v>
                </c:pt>
                <c:pt idx="176">
                  <c:v>24.12.2022</c:v>
                </c:pt>
                <c:pt idx="177">
                  <c:v>25.12.2022</c:v>
                </c:pt>
                <c:pt idx="178">
                  <c:v>26.12.2022</c:v>
                </c:pt>
                <c:pt idx="179">
                  <c:v>27.12.2022</c:v>
                </c:pt>
                <c:pt idx="180">
                  <c:v>28.12.2022</c:v>
                </c:pt>
                <c:pt idx="181">
                  <c:v>29.12.2022</c:v>
                </c:pt>
                <c:pt idx="182">
                  <c:v>30.12.2022</c:v>
                </c:pt>
                <c:pt idx="183">
                  <c:v>31.12.2022</c:v>
                </c:pt>
                <c:pt idx="184">
                  <c:v>01.01.2023</c:v>
                </c:pt>
                <c:pt idx="185">
                  <c:v>02.01.2023</c:v>
                </c:pt>
                <c:pt idx="186">
                  <c:v>03.01.2023</c:v>
                </c:pt>
                <c:pt idx="187">
                  <c:v>04.01.2023</c:v>
                </c:pt>
                <c:pt idx="188">
                  <c:v>05.01.2023</c:v>
                </c:pt>
                <c:pt idx="189">
                  <c:v>06.01.2023</c:v>
                </c:pt>
                <c:pt idx="190">
                  <c:v>07.01.2023</c:v>
                </c:pt>
                <c:pt idx="191">
                  <c:v>08.01.2023</c:v>
                </c:pt>
                <c:pt idx="192">
                  <c:v>09.01.2023</c:v>
                </c:pt>
                <c:pt idx="193">
                  <c:v>10.01.2023</c:v>
                </c:pt>
                <c:pt idx="194">
                  <c:v>11.01.2023</c:v>
                </c:pt>
                <c:pt idx="195">
                  <c:v>12.01.2023</c:v>
                </c:pt>
                <c:pt idx="196">
                  <c:v>13.01.2023</c:v>
                </c:pt>
                <c:pt idx="197">
                  <c:v>14.01.2023</c:v>
                </c:pt>
                <c:pt idx="198">
                  <c:v>15.01.2023</c:v>
                </c:pt>
                <c:pt idx="199">
                  <c:v>16.01.2023</c:v>
                </c:pt>
                <c:pt idx="200">
                  <c:v>17.01.2023</c:v>
                </c:pt>
                <c:pt idx="201">
                  <c:v>18.01.2023</c:v>
                </c:pt>
                <c:pt idx="202">
                  <c:v>19.01.2023</c:v>
                </c:pt>
                <c:pt idx="203">
                  <c:v>20.01.2023</c:v>
                </c:pt>
                <c:pt idx="204">
                  <c:v>21.01.2023</c:v>
                </c:pt>
                <c:pt idx="205">
                  <c:v>22.01.2023</c:v>
                </c:pt>
                <c:pt idx="206">
                  <c:v>23.01.2023</c:v>
                </c:pt>
                <c:pt idx="207">
                  <c:v>24.01.2023</c:v>
                </c:pt>
                <c:pt idx="208">
                  <c:v>25.01.2023</c:v>
                </c:pt>
                <c:pt idx="209">
                  <c:v>26.01.2023</c:v>
                </c:pt>
                <c:pt idx="210">
                  <c:v>27.01.2023</c:v>
                </c:pt>
                <c:pt idx="211">
                  <c:v>28.01.2023</c:v>
                </c:pt>
                <c:pt idx="212">
                  <c:v>29.01.2023</c:v>
                </c:pt>
                <c:pt idx="213">
                  <c:v>30.01.2023</c:v>
                </c:pt>
                <c:pt idx="214">
                  <c:v>31.01.2023</c:v>
                </c:pt>
                <c:pt idx="215">
                  <c:v>01.02.2023</c:v>
                </c:pt>
                <c:pt idx="216">
                  <c:v>02.02.2023</c:v>
                </c:pt>
                <c:pt idx="217">
                  <c:v>03.02.2023</c:v>
                </c:pt>
                <c:pt idx="218">
                  <c:v>04.02.2023</c:v>
                </c:pt>
                <c:pt idx="219">
                  <c:v>05.02.2023</c:v>
                </c:pt>
                <c:pt idx="220">
                  <c:v>06.02.2023</c:v>
                </c:pt>
                <c:pt idx="221">
                  <c:v>07.02.2023</c:v>
                </c:pt>
                <c:pt idx="222">
                  <c:v>08.02.2023</c:v>
                </c:pt>
                <c:pt idx="223">
                  <c:v>09.02.2023</c:v>
                </c:pt>
                <c:pt idx="224">
                  <c:v>10.02.2023</c:v>
                </c:pt>
                <c:pt idx="225">
                  <c:v>11.02.2023</c:v>
                </c:pt>
                <c:pt idx="226">
                  <c:v>12.02.2023</c:v>
                </c:pt>
                <c:pt idx="227">
                  <c:v>13.02.2023</c:v>
                </c:pt>
                <c:pt idx="228">
                  <c:v>14.02.2023</c:v>
                </c:pt>
                <c:pt idx="229">
                  <c:v>15.02.2023</c:v>
                </c:pt>
                <c:pt idx="230">
                  <c:v>16.02.2023</c:v>
                </c:pt>
                <c:pt idx="231">
                  <c:v>17.02.2023</c:v>
                </c:pt>
                <c:pt idx="232">
                  <c:v>18.02.2023</c:v>
                </c:pt>
                <c:pt idx="233">
                  <c:v>19.02.2023</c:v>
                </c:pt>
                <c:pt idx="234">
                  <c:v>20.02.2023</c:v>
                </c:pt>
                <c:pt idx="235">
                  <c:v>21.02.2023</c:v>
                </c:pt>
                <c:pt idx="236">
                  <c:v>22.02.2023</c:v>
                </c:pt>
                <c:pt idx="237">
                  <c:v>23.02.2023</c:v>
                </c:pt>
                <c:pt idx="238">
                  <c:v>24.02.2023</c:v>
                </c:pt>
                <c:pt idx="239">
                  <c:v>25.02.2023</c:v>
                </c:pt>
                <c:pt idx="240">
                  <c:v>26.02.2023</c:v>
                </c:pt>
                <c:pt idx="241">
                  <c:v>27.02.2023</c:v>
                </c:pt>
                <c:pt idx="242">
                  <c:v>28.02.2023</c:v>
                </c:pt>
                <c:pt idx="243">
                  <c:v>01.03.2023</c:v>
                </c:pt>
                <c:pt idx="244">
                  <c:v>02.03.2023</c:v>
                </c:pt>
                <c:pt idx="245">
                  <c:v>03.03.2023</c:v>
                </c:pt>
                <c:pt idx="246">
                  <c:v>04.03.2023</c:v>
                </c:pt>
                <c:pt idx="247">
                  <c:v>05.03.2023</c:v>
                </c:pt>
                <c:pt idx="248">
                  <c:v>06.03.2023</c:v>
                </c:pt>
                <c:pt idx="249">
                  <c:v>07.03.2023</c:v>
                </c:pt>
                <c:pt idx="250">
                  <c:v>08.03.2023</c:v>
                </c:pt>
                <c:pt idx="251">
                  <c:v>09.03.2023</c:v>
                </c:pt>
                <c:pt idx="252">
                  <c:v>10.03.2023</c:v>
                </c:pt>
                <c:pt idx="253">
                  <c:v>11.03.2023</c:v>
                </c:pt>
                <c:pt idx="254">
                  <c:v>12.03.2023</c:v>
                </c:pt>
                <c:pt idx="255">
                  <c:v>13.03.2023</c:v>
                </c:pt>
                <c:pt idx="256">
                  <c:v>14.03.2023</c:v>
                </c:pt>
                <c:pt idx="257">
                  <c:v>15.03.2023</c:v>
                </c:pt>
                <c:pt idx="258">
                  <c:v>16.03.2023</c:v>
                </c:pt>
                <c:pt idx="259">
                  <c:v>17.03.2023</c:v>
                </c:pt>
                <c:pt idx="260">
                  <c:v>18.03.2023</c:v>
                </c:pt>
                <c:pt idx="261">
                  <c:v>19.03.2023</c:v>
                </c:pt>
                <c:pt idx="262">
                  <c:v>20.03.2023</c:v>
                </c:pt>
                <c:pt idx="263">
                  <c:v>21.03.2023</c:v>
                </c:pt>
                <c:pt idx="264">
                  <c:v>22.03.2023</c:v>
                </c:pt>
                <c:pt idx="265">
                  <c:v>23.03.2023</c:v>
                </c:pt>
                <c:pt idx="266">
                  <c:v>24.03.2023</c:v>
                </c:pt>
                <c:pt idx="267">
                  <c:v>25.03.2023</c:v>
                </c:pt>
                <c:pt idx="268">
                  <c:v>26.03.2023</c:v>
                </c:pt>
                <c:pt idx="269">
                  <c:v>27.03.2023</c:v>
                </c:pt>
                <c:pt idx="270">
                  <c:v>28.03.2023</c:v>
                </c:pt>
                <c:pt idx="271">
                  <c:v>29.03.2023</c:v>
                </c:pt>
                <c:pt idx="272">
                  <c:v>30.03.2023</c:v>
                </c:pt>
                <c:pt idx="273">
                  <c:v>31.03.2023</c:v>
                </c:pt>
                <c:pt idx="274">
                  <c:v>01.04.2023</c:v>
                </c:pt>
                <c:pt idx="275">
                  <c:v>02.04.2023</c:v>
                </c:pt>
                <c:pt idx="276">
                  <c:v>03.04.2023</c:v>
                </c:pt>
                <c:pt idx="277">
                  <c:v>04.04.2023</c:v>
                </c:pt>
                <c:pt idx="278">
                  <c:v>05.04.2023</c:v>
                </c:pt>
                <c:pt idx="279">
                  <c:v>06.04.2023</c:v>
                </c:pt>
                <c:pt idx="280">
                  <c:v>07.04.2023</c:v>
                </c:pt>
                <c:pt idx="281">
                  <c:v>08.04.2023</c:v>
                </c:pt>
                <c:pt idx="282">
                  <c:v>09.04.2023</c:v>
                </c:pt>
                <c:pt idx="283">
                  <c:v>10.04.2023</c:v>
                </c:pt>
                <c:pt idx="284">
                  <c:v>11.04.2023</c:v>
                </c:pt>
                <c:pt idx="285">
                  <c:v>12.04.2023</c:v>
                </c:pt>
                <c:pt idx="286">
                  <c:v>13.04.2023</c:v>
                </c:pt>
                <c:pt idx="287">
                  <c:v>14.04.2023</c:v>
                </c:pt>
                <c:pt idx="288">
                  <c:v>15.04.2023</c:v>
                </c:pt>
                <c:pt idx="289">
                  <c:v>16.04.2023</c:v>
                </c:pt>
                <c:pt idx="290">
                  <c:v>17.04.2023</c:v>
                </c:pt>
                <c:pt idx="291">
                  <c:v>18.04.2023</c:v>
                </c:pt>
                <c:pt idx="292">
                  <c:v>19.04.2023</c:v>
                </c:pt>
                <c:pt idx="293">
                  <c:v>20.04.2023</c:v>
                </c:pt>
                <c:pt idx="294">
                  <c:v>21.04.2023</c:v>
                </c:pt>
                <c:pt idx="295">
                  <c:v>22.04.2023</c:v>
                </c:pt>
                <c:pt idx="296">
                  <c:v>23.04.2023</c:v>
                </c:pt>
                <c:pt idx="297">
                  <c:v>24.04.2023</c:v>
                </c:pt>
                <c:pt idx="298">
                  <c:v>25.04.2023</c:v>
                </c:pt>
                <c:pt idx="299">
                  <c:v>26.04.2023</c:v>
                </c:pt>
                <c:pt idx="300">
                  <c:v>27.04.2023</c:v>
                </c:pt>
                <c:pt idx="301">
                  <c:v>28.04.2023</c:v>
                </c:pt>
                <c:pt idx="302">
                  <c:v>29.04.2023</c:v>
                </c:pt>
                <c:pt idx="303">
                  <c:v>30.04.2023</c:v>
                </c:pt>
              </c:strCache>
            </c:strRef>
          </c:cat>
          <c:val>
            <c:numRef>
              <c:f>'DAUWAUMAU+ГРАФФИК'!$H$2:$H$304</c:f>
              <c:numCache>
                <c:formatCode>0.000</c:formatCode>
                <c:ptCount val="303"/>
                <c:pt idx="0">
                  <c:v>1.5544041450777202E-2</c:v>
                </c:pt>
                <c:pt idx="1">
                  <c:v>3.1088082901554404E-2</c:v>
                </c:pt>
                <c:pt idx="2">
                  <c:v>2.5906735751295335E-2</c:v>
                </c:pt>
                <c:pt idx="3">
                  <c:v>5.181347150259067E-2</c:v>
                </c:pt>
                <c:pt idx="4">
                  <c:v>2.5906735751295335E-2</c:v>
                </c:pt>
                <c:pt idx="5">
                  <c:v>6.7357512953367879E-2</c:v>
                </c:pt>
                <c:pt idx="6">
                  <c:v>0.11398963730569948</c:v>
                </c:pt>
                <c:pt idx="7">
                  <c:v>0.11398963730569948</c:v>
                </c:pt>
                <c:pt idx="8">
                  <c:v>0.13471502590673576</c:v>
                </c:pt>
                <c:pt idx="9">
                  <c:v>0.11917098445595854</c:v>
                </c:pt>
                <c:pt idx="10">
                  <c:v>0.12435233160621761</c:v>
                </c:pt>
                <c:pt idx="11">
                  <c:v>0.15544041450777202</c:v>
                </c:pt>
                <c:pt idx="12">
                  <c:v>0.16580310880829016</c:v>
                </c:pt>
                <c:pt idx="13">
                  <c:v>0.12953367875647667</c:v>
                </c:pt>
                <c:pt idx="14">
                  <c:v>0.17616580310880828</c:v>
                </c:pt>
                <c:pt idx="15">
                  <c:v>0.20207253886010362</c:v>
                </c:pt>
                <c:pt idx="16">
                  <c:v>0.11398963730569948</c:v>
                </c:pt>
                <c:pt idx="17">
                  <c:v>0.19689119170984457</c:v>
                </c:pt>
                <c:pt idx="18">
                  <c:v>0.17616580310880828</c:v>
                </c:pt>
                <c:pt idx="19">
                  <c:v>0.25906735751295334</c:v>
                </c:pt>
                <c:pt idx="20">
                  <c:v>0.22279792746113988</c:v>
                </c:pt>
                <c:pt idx="21">
                  <c:v>0.22279792746113988</c:v>
                </c:pt>
                <c:pt idx="22">
                  <c:v>0.27461139896373055</c:v>
                </c:pt>
                <c:pt idx="23">
                  <c:v>0.32642487046632124</c:v>
                </c:pt>
                <c:pt idx="24">
                  <c:v>0.24870466321243523</c:v>
                </c:pt>
                <c:pt idx="25">
                  <c:v>0.30569948186528495</c:v>
                </c:pt>
                <c:pt idx="26">
                  <c:v>0.30569948186528495</c:v>
                </c:pt>
                <c:pt idx="27">
                  <c:v>0.31606217616580312</c:v>
                </c:pt>
                <c:pt idx="28">
                  <c:v>0.33160621761658032</c:v>
                </c:pt>
                <c:pt idx="29">
                  <c:v>0.33160621761658032</c:v>
                </c:pt>
                <c:pt idx="30">
                  <c:v>0.14207650273224043</c:v>
                </c:pt>
                <c:pt idx="31">
                  <c:v>0.16939890710382513</c:v>
                </c:pt>
                <c:pt idx="32">
                  <c:v>0.15027322404371585</c:v>
                </c:pt>
                <c:pt idx="33">
                  <c:v>0.16393442622950818</c:v>
                </c:pt>
                <c:pt idx="34">
                  <c:v>0.14207650273224043</c:v>
                </c:pt>
                <c:pt idx="35">
                  <c:v>0.16939890710382513</c:v>
                </c:pt>
                <c:pt idx="36">
                  <c:v>0.16120218579234974</c:v>
                </c:pt>
                <c:pt idx="37">
                  <c:v>0.15846994535519127</c:v>
                </c:pt>
                <c:pt idx="38">
                  <c:v>0.1448087431693989</c:v>
                </c:pt>
                <c:pt idx="39">
                  <c:v>0.15027322404371585</c:v>
                </c:pt>
                <c:pt idx="40">
                  <c:v>0.17759562841530055</c:v>
                </c:pt>
                <c:pt idx="41">
                  <c:v>0.14754098360655737</c:v>
                </c:pt>
                <c:pt idx="42">
                  <c:v>0.20218579234972678</c:v>
                </c:pt>
                <c:pt idx="43">
                  <c:v>0.16120218579234974</c:v>
                </c:pt>
                <c:pt idx="44">
                  <c:v>0.14754098360655737</c:v>
                </c:pt>
                <c:pt idx="45">
                  <c:v>0.18579234972677597</c:v>
                </c:pt>
                <c:pt idx="46">
                  <c:v>0.16120218579234974</c:v>
                </c:pt>
                <c:pt idx="47">
                  <c:v>0.16666666666666666</c:v>
                </c:pt>
                <c:pt idx="48">
                  <c:v>0.15846994535519127</c:v>
                </c:pt>
                <c:pt idx="49">
                  <c:v>0.1830601092896175</c:v>
                </c:pt>
                <c:pt idx="50">
                  <c:v>0.16939890710382513</c:v>
                </c:pt>
                <c:pt idx="51">
                  <c:v>0.1448087431693989</c:v>
                </c:pt>
                <c:pt idx="52">
                  <c:v>0.16393442622950818</c:v>
                </c:pt>
                <c:pt idx="53">
                  <c:v>0.1830601092896175</c:v>
                </c:pt>
                <c:pt idx="54">
                  <c:v>0.1830601092896175</c:v>
                </c:pt>
                <c:pt idx="55">
                  <c:v>0.16666666666666666</c:v>
                </c:pt>
                <c:pt idx="56">
                  <c:v>0.1721311475409836</c:v>
                </c:pt>
                <c:pt idx="57">
                  <c:v>0.16666666666666666</c:v>
                </c:pt>
                <c:pt idx="58">
                  <c:v>0.14754098360655737</c:v>
                </c:pt>
                <c:pt idx="59">
                  <c:v>0.19672131147540983</c:v>
                </c:pt>
                <c:pt idx="60">
                  <c:v>0.14754098360655737</c:v>
                </c:pt>
                <c:pt idx="61">
                  <c:v>0.17460317460317459</c:v>
                </c:pt>
                <c:pt idx="62">
                  <c:v>0.16137566137566137</c:v>
                </c:pt>
                <c:pt idx="63">
                  <c:v>0.15343915343915343</c:v>
                </c:pt>
                <c:pt idx="64">
                  <c:v>0.1693121693121693</c:v>
                </c:pt>
                <c:pt idx="65">
                  <c:v>0.16402116402116401</c:v>
                </c:pt>
                <c:pt idx="66">
                  <c:v>0.12169312169312169</c:v>
                </c:pt>
                <c:pt idx="67">
                  <c:v>0.12962962962962962</c:v>
                </c:pt>
                <c:pt idx="68">
                  <c:v>0.15608465608465608</c:v>
                </c:pt>
                <c:pt idx="69">
                  <c:v>0.15873015873015872</c:v>
                </c:pt>
                <c:pt idx="70">
                  <c:v>0.1402116402116402</c:v>
                </c:pt>
                <c:pt idx="71">
                  <c:v>0.16137566137566137</c:v>
                </c:pt>
                <c:pt idx="72">
                  <c:v>0.15343915343915343</c:v>
                </c:pt>
                <c:pt idx="73">
                  <c:v>0.1693121693121693</c:v>
                </c:pt>
                <c:pt idx="74">
                  <c:v>0.17195767195767195</c:v>
                </c:pt>
                <c:pt idx="75">
                  <c:v>0.19576719576719576</c:v>
                </c:pt>
                <c:pt idx="76">
                  <c:v>0.15343915343915343</c:v>
                </c:pt>
                <c:pt idx="77">
                  <c:v>0.16402116402116401</c:v>
                </c:pt>
                <c:pt idx="78">
                  <c:v>0.18253968253968253</c:v>
                </c:pt>
                <c:pt idx="79">
                  <c:v>0.17460317460317459</c:v>
                </c:pt>
                <c:pt idx="80">
                  <c:v>0.17724867724867724</c:v>
                </c:pt>
                <c:pt idx="81">
                  <c:v>0.18783068783068782</c:v>
                </c:pt>
                <c:pt idx="82">
                  <c:v>0.17724867724867724</c:v>
                </c:pt>
                <c:pt idx="83">
                  <c:v>0.14550264550264549</c:v>
                </c:pt>
                <c:pt idx="84">
                  <c:v>0.15343915343915343</c:v>
                </c:pt>
                <c:pt idx="85">
                  <c:v>0.19312169312169311</c:v>
                </c:pt>
                <c:pt idx="86">
                  <c:v>0.15343915343915343</c:v>
                </c:pt>
                <c:pt idx="87">
                  <c:v>0.20105820105820105</c:v>
                </c:pt>
                <c:pt idx="88">
                  <c:v>0.16402116402116401</c:v>
                </c:pt>
                <c:pt idx="89">
                  <c:v>0.17460317460317459</c:v>
                </c:pt>
                <c:pt idx="90">
                  <c:v>0.15608465608465608</c:v>
                </c:pt>
                <c:pt idx="91">
                  <c:v>0.15521628498727735</c:v>
                </c:pt>
                <c:pt idx="92">
                  <c:v>0.13231552162849872</c:v>
                </c:pt>
                <c:pt idx="93">
                  <c:v>0.17557251908396945</c:v>
                </c:pt>
                <c:pt idx="94">
                  <c:v>0.17811704834605599</c:v>
                </c:pt>
                <c:pt idx="95">
                  <c:v>0.11450381679389313</c:v>
                </c:pt>
                <c:pt idx="96">
                  <c:v>0.19592875318066158</c:v>
                </c:pt>
                <c:pt idx="97">
                  <c:v>0.15521628498727735</c:v>
                </c:pt>
                <c:pt idx="98">
                  <c:v>0.14249363867684478</c:v>
                </c:pt>
                <c:pt idx="99">
                  <c:v>0.16793893129770993</c:v>
                </c:pt>
                <c:pt idx="100">
                  <c:v>0.12977099236641221</c:v>
                </c:pt>
                <c:pt idx="101">
                  <c:v>0.15012722646310434</c:v>
                </c:pt>
                <c:pt idx="102">
                  <c:v>0.16539440203562342</c:v>
                </c:pt>
                <c:pt idx="103">
                  <c:v>0.13486005089058525</c:v>
                </c:pt>
                <c:pt idx="104">
                  <c:v>0.18320610687022901</c:v>
                </c:pt>
                <c:pt idx="105">
                  <c:v>0.15776081424936386</c:v>
                </c:pt>
                <c:pt idx="106">
                  <c:v>0.15776081424936386</c:v>
                </c:pt>
                <c:pt idx="107">
                  <c:v>0.17811704834605599</c:v>
                </c:pt>
                <c:pt idx="108">
                  <c:v>0.15776081424936386</c:v>
                </c:pt>
                <c:pt idx="109">
                  <c:v>0.20865139949109415</c:v>
                </c:pt>
                <c:pt idx="110">
                  <c:v>0.13231552162849872</c:v>
                </c:pt>
                <c:pt idx="111">
                  <c:v>0.16539440203562342</c:v>
                </c:pt>
                <c:pt idx="112">
                  <c:v>0.16284987277353691</c:v>
                </c:pt>
                <c:pt idx="113">
                  <c:v>0.14503816793893129</c:v>
                </c:pt>
                <c:pt idx="114">
                  <c:v>0.1475826972010178</c:v>
                </c:pt>
                <c:pt idx="115">
                  <c:v>0.16793893129770993</c:v>
                </c:pt>
                <c:pt idx="116">
                  <c:v>0.15267175572519084</c:v>
                </c:pt>
                <c:pt idx="117">
                  <c:v>0.13994910941475827</c:v>
                </c:pt>
                <c:pt idx="118">
                  <c:v>0.16539440203562342</c:v>
                </c:pt>
                <c:pt idx="119">
                  <c:v>0.13740458015267176</c:v>
                </c:pt>
                <c:pt idx="120">
                  <c:v>0.16793893129770993</c:v>
                </c:pt>
                <c:pt idx="121">
                  <c:v>0.18320610687022901</c:v>
                </c:pt>
                <c:pt idx="122">
                  <c:v>0.13615023474178403</c:v>
                </c:pt>
                <c:pt idx="123">
                  <c:v>0.12910798122065728</c:v>
                </c:pt>
                <c:pt idx="124">
                  <c:v>0.13145539906103287</c:v>
                </c:pt>
                <c:pt idx="125">
                  <c:v>0.14788732394366197</c:v>
                </c:pt>
                <c:pt idx="126">
                  <c:v>0.1619718309859155</c:v>
                </c:pt>
                <c:pt idx="127">
                  <c:v>0.14553990610328638</c:v>
                </c:pt>
                <c:pt idx="128">
                  <c:v>0.14084507042253522</c:v>
                </c:pt>
                <c:pt idx="129">
                  <c:v>0.14084507042253522</c:v>
                </c:pt>
                <c:pt idx="130">
                  <c:v>0.14084507042253522</c:v>
                </c:pt>
                <c:pt idx="131">
                  <c:v>0.12910798122065728</c:v>
                </c:pt>
                <c:pt idx="132">
                  <c:v>0.14553990610328638</c:v>
                </c:pt>
                <c:pt idx="133">
                  <c:v>0.12441314553990611</c:v>
                </c:pt>
                <c:pt idx="134">
                  <c:v>0.12676056338028169</c:v>
                </c:pt>
                <c:pt idx="135">
                  <c:v>0.107981220657277</c:v>
                </c:pt>
                <c:pt idx="136">
                  <c:v>0.12910798122065728</c:v>
                </c:pt>
                <c:pt idx="137">
                  <c:v>0.11971830985915492</c:v>
                </c:pt>
                <c:pt idx="138">
                  <c:v>0.13615023474178403</c:v>
                </c:pt>
                <c:pt idx="139">
                  <c:v>0.11971830985915492</c:v>
                </c:pt>
                <c:pt idx="140">
                  <c:v>9.3896713615023469E-2</c:v>
                </c:pt>
                <c:pt idx="141">
                  <c:v>0.11737089201877934</c:v>
                </c:pt>
                <c:pt idx="142">
                  <c:v>7.9812206572769953E-2</c:v>
                </c:pt>
                <c:pt idx="143">
                  <c:v>9.6244131455399062E-2</c:v>
                </c:pt>
                <c:pt idx="144">
                  <c:v>9.154929577464789E-2</c:v>
                </c:pt>
                <c:pt idx="145">
                  <c:v>7.5117370892018781E-2</c:v>
                </c:pt>
                <c:pt idx="146">
                  <c:v>7.5117370892018781E-2</c:v>
                </c:pt>
                <c:pt idx="147">
                  <c:v>7.2769953051643188E-2</c:v>
                </c:pt>
                <c:pt idx="148">
                  <c:v>8.2159624413145546E-2</c:v>
                </c:pt>
                <c:pt idx="149">
                  <c:v>7.5117370892018781E-2</c:v>
                </c:pt>
                <c:pt idx="150">
                  <c:v>5.39906103286385E-2</c:v>
                </c:pt>
                <c:pt idx="151">
                  <c:v>8.2159624413145546E-2</c:v>
                </c:pt>
                <c:pt idx="152">
                  <c:v>8.2051282051282051E-2</c:v>
                </c:pt>
                <c:pt idx="153">
                  <c:v>6.4102564102564097E-2</c:v>
                </c:pt>
                <c:pt idx="154">
                  <c:v>4.8717948717948718E-2</c:v>
                </c:pt>
                <c:pt idx="155">
                  <c:v>7.6923076923076927E-2</c:v>
                </c:pt>
                <c:pt idx="156">
                  <c:v>5.8974358974358973E-2</c:v>
                </c:pt>
                <c:pt idx="157">
                  <c:v>8.2051282051282051E-2</c:v>
                </c:pt>
                <c:pt idx="158">
                  <c:v>8.9743589743589744E-2</c:v>
                </c:pt>
                <c:pt idx="159">
                  <c:v>7.4358974358974358E-2</c:v>
                </c:pt>
                <c:pt idx="160">
                  <c:v>9.2307692307692313E-2</c:v>
                </c:pt>
                <c:pt idx="161">
                  <c:v>7.6923076923076927E-2</c:v>
                </c:pt>
                <c:pt idx="162">
                  <c:v>6.4102564102564097E-2</c:v>
                </c:pt>
                <c:pt idx="163">
                  <c:v>7.9487179487179482E-2</c:v>
                </c:pt>
                <c:pt idx="164">
                  <c:v>8.7179487179487175E-2</c:v>
                </c:pt>
                <c:pt idx="165">
                  <c:v>5.6410256410256411E-2</c:v>
                </c:pt>
                <c:pt idx="166">
                  <c:v>6.6666666666666666E-2</c:v>
                </c:pt>
                <c:pt idx="167">
                  <c:v>6.9230769230769235E-2</c:v>
                </c:pt>
                <c:pt idx="168">
                  <c:v>7.179487179487179E-2</c:v>
                </c:pt>
                <c:pt idx="169">
                  <c:v>5.128205128205128E-2</c:v>
                </c:pt>
                <c:pt idx="170">
                  <c:v>8.2051282051282051E-2</c:v>
                </c:pt>
                <c:pt idx="171">
                  <c:v>7.179487179487179E-2</c:v>
                </c:pt>
                <c:pt idx="172">
                  <c:v>7.179487179487179E-2</c:v>
                </c:pt>
                <c:pt idx="173">
                  <c:v>7.4358974358974358E-2</c:v>
                </c:pt>
                <c:pt idx="174">
                  <c:v>9.2307692307692313E-2</c:v>
                </c:pt>
                <c:pt idx="175">
                  <c:v>6.1538461538461542E-2</c:v>
                </c:pt>
                <c:pt idx="176">
                  <c:v>8.461538461538462E-2</c:v>
                </c:pt>
                <c:pt idx="177">
                  <c:v>6.6666666666666666E-2</c:v>
                </c:pt>
                <c:pt idx="178">
                  <c:v>6.1538461538461542E-2</c:v>
                </c:pt>
                <c:pt idx="179">
                  <c:v>8.2051282051282051E-2</c:v>
                </c:pt>
                <c:pt idx="180">
                  <c:v>7.4358974358974358E-2</c:v>
                </c:pt>
                <c:pt idx="181">
                  <c:v>5.6410256410256411E-2</c:v>
                </c:pt>
                <c:pt idx="182">
                  <c:v>9.4871794871794868E-2</c:v>
                </c:pt>
                <c:pt idx="183">
                  <c:v>4.4776119402985072E-2</c:v>
                </c:pt>
                <c:pt idx="184">
                  <c:v>6.5298507462686561E-2</c:v>
                </c:pt>
                <c:pt idx="185">
                  <c:v>7.4626865671641784E-2</c:v>
                </c:pt>
                <c:pt idx="186">
                  <c:v>8.5820895522388058E-2</c:v>
                </c:pt>
                <c:pt idx="187">
                  <c:v>6.7164179104477612E-2</c:v>
                </c:pt>
                <c:pt idx="188">
                  <c:v>8.5820895522388058E-2</c:v>
                </c:pt>
                <c:pt idx="189">
                  <c:v>6.5298507462686561E-2</c:v>
                </c:pt>
                <c:pt idx="190">
                  <c:v>9.8880597014925367E-2</c:v>
                </c:pt>
                <c:pt idx="191">
                  <c:v>9.8880597014925367E-2</c:v>
                </c:pt>
                <c:pt idx="192">
                  <c:v>9.7014925373134331E-2</c:v>
                </c:pt>
                <c:pt idx="193">
                  <c:v>0.12126865671641791</c:v>
                </c:pt>
                <c:pt idx="194">
                  <c:v>9.7014925373134331E-2</c:v>
                </c:pt>
                <c:pt idx="195">
                  <c:v>0.11567164179104478</c:v>
                </c:pt>
                <c:pt idx="196">
                  <c:v>0.14365671641791045</c:v>
                </c:pt>
                <c:pt idx="197">
                  <c:v>0.11380597014925373</c:v>
                </c:pt>
                <c:pt idx="198">
                  <c:v>0.13059701492537312</c:v>
                </c:pt>
                <c:pt idx="199">
                  <c:v>0.12313432835820895</c:v>
                </c:pt>
                <c:pt idx="200">
                  <c:v>0.13619402985074627</c:v>
                </c:pt>
                <c:pt idx="201">
                  <c:v>0.13619402985074627</c:v>
                </c:pt>
                <c:pt idx="202">
                  <c:v>0.14925373134328357</c:v>
                </c:pt>
                <c:pt idx="203">
                  <c:v>0.13992537313432835</c:v>
                </c:pt>
                <c:pt idx="204">
                  <c:v>0.16791044776119404</c:v>
                </c:pt>
                <c:pt idx="205">
                  <c:v>0.1455223880597015</c:v>
                </c:pt>
                <c:pt idx="206">
                  <c:v>0.16791044776119404</c:v>
                </c:pt>
                <c:pt idx="207">
                  <c:v>0.16417910447761194</c:v>
                </c:pt>
                <c:pt idx="208">
                  <c:v>0.15485074626865672</c:v>
                </c:pt>
                <c:pt idx="209">
                  <c:v>0.17164179104477612</c:v>
                </c:pt>
                <c:pt idx="210">
                  <c:v>0.18470149253731344</c:v>
                </c:pt>
                <c:pt idx="211">
                  <c:v>0.17350746268656717</c:v>
                </c:pt>
                <c:pt idx="212">
                  <c:v>0.21455223880597016</c:v>
                </c:pt>
                <c:pt idx="213">
                  <c:v>0.20149253731343283</c:v>
                </c:pt>
                <c:pt idx="214">
                  <c:v>0.16091954022988506</c:v>
                </c:pt>
                <c:pt idx="215">
                  <c:v>0.1235632183908046</c:v>
                </c:pt>
                <c:pt idx="216">
                  <c:v>0.14080459770114942</c:v>
                </c:pt>
                <c:pt idx="217">
                  <c:v>0.14367816091954022</c:v>
                </c:pt>
                <c:pt idx="218">
                  <c:v>0.13649425287356323</c:v>
                </c:pt>
                <c:pt idx="219">
                  <c:v>0.14080459770114942</c:v>
                </c:pt>
                <c:pt idx="220">
                  <c:v>0.12931034482758622</c:v>
                </c:pt>
                <c:pt idx="221">
                  <c:v>0.15373563218390804</c:v>
                </c:pt>
                <c:pt idx="222">
                  <c:v>0.14511494252873564</c:v>
                </c:pt>
                <c:pt idx="223">
                  <c:v>0.14942528735632185</c:v>
                </c:pt>
                <c:pt idx="224">
                  <c:v>0.14080459770114942</c:v>
                </c:pt>
                <c:pt idx="225">
                  <c:v>0.14511494252873564</c:v>
                </c:pt>
                <c:pt idx="226">
                  <c:v>0.13505747126436782</c:v>
                </c:pt>
                <c:pt idx="227">
                  <c:v>0.15517241379310345</c:v>
                </c:pt>
                <c:pt idx="228">
                  <c:v>0.14798850574712644</c:v>
                </c:pt>
                <c:pt idx="229">
                  <c:v>0.13649425287356323</c:v>
                </c:pt>
                <c:pt idx="230">
                  <c:v>0.15373563218390804</c:v>
                </c:pt>
                <c:pt idx="231">
                  <c:v>0.16666666666666666</c:v>
                </c:pt>
                <c:pt idx="232">
                  <c:v>0.15660919540229884</c:v>
                </c:pt>
                <c:pt idx="233">
                  <c:v>0.1206896551724138</c:v>
                </c:pt>
                <c:pt idx="234">
                  <c:v>0.14080459770114942</c:v>
                </c:pt>
                <c:pt idx="235">
                  <c:v>0.16522988505747127</c:v>
                </c:pt>
                <c:pt idx="236">
                  <c:v>0.13649425287356323</c:v>
                </c:pt>
                <c:pt idx="237">
                  <c:v>0.15229885057471265</c:v>
                </c:pt>
                <c:pt idx="238">
                  <c:v>0.16954022988505746</c:v>
                </c:pt>
                <c:pt idx="239">
                  <c:v>0.18247126436781611</c:v>
                </c:pt>
                <c:pt idx="240">
                  <c:v>0.14942528735632185</c:v>
                </c:pt>
                <c:pt idx="241">
                  <c:v>0.18821839080459771</c:v>
                </c:pt>
                <c:pt idx="242">
                  <c:v>8.4196891191709838E-2</c:v>
                </c:pt>
                <c:pt idx="243">
                  <c:v>8.937823834196891E-2</c:v>
                </c:pt>
                <c:pt idx="244">
                  <c:v>0.10816062176165803</c:v>
                </c:pt>
                <c:pt idx="245">
                  <c:v>0.11010362694300518</c:v>
                </c:pt>
                <c:pt idx="246">
                  <c:v>0.10686528497409327</c:v>
                </c:pt>
                <c:pt idx="247">
                  <c:v>9.6502590673575125E-2</c:v>
                </c:pt>
                <c:pt idx="248">
                  <c:v>9.7797927461139897E-2</c:v>
                </c:pt>
                <c:pt idx="249">
                  <c:v>0.11204663212435233</c:v>
                </c:pt>
                <c:pt idx="250">
                  <c:v>9.7150259067357511E-2</c:v>
                </c:pt>
                <c:pt idx="251">
                  <c:v>0.10492227979274611</c:v>
                </c:pt>
                <c:pt idx="252">
                  <c:v>0.1133419689119171</c:v>
                </c:pt>
                <c:pt idx="253">
                  <c:v>0.11398963730569948</c:v>
                </c:pt>
                <c:pt idx="254">
                  <c:v>0.11658031088082901</c:v>
                </c:pt>
                <c:pt idx="255">
                  <c:v>0.10880829015544041</c:v>
                </c:pt>
                <c:pt idx="256">
                  <c:v>0.11981865284974093</c:v>
                </c:pt>
                <c:pt idx="257">
                  <c:v>0.1172279792746114</c:v>
                </c:pt>
                <c:pt idx="258">
                  <c:v>0.11139896373056994</c:v>
                </c:pt>
                <c:pt idx="259">
                  <c:v>0.1211139896373057</c:v>
                </c:pt>
                <c:pt idx="260">
                  <c:v>0.14119170984455959</c:v>
                </c:pt>
                <c:pt idx="261">
                  <c:v>0.11917098445595854</c:v>
                </c:pt>
                <c:pt idx="262">
                  <c:v>0.12564766839378239</c:v>
                </c:pt>
                <c:pt idx="263">
                  <c:v>8.4844559585492224E-2</c:v>
                </c:pt>
                <c:pt idx="264">
                  <c:v>0.11398963730569948</c:v>
                </c:pt>
                <c:pt idx="265">
                  <c:v>8.8082901554404139E-2</c:v>
                </c:pt>
                <c:pt idx="266">
                  <c:v>9.9093264248704668E-2</c:v>
                </c:pt>
                <c:pt idx="267">
                  <c:v>0.10297927461139897</c:v>
                </c:pt>
                <c:pt idx="268">
                  <c:v>9.2616580310880825E-2</c:v>
                </c:pt>
                <c:pt idx="269">
                  <c:v>0.10103626943005181</c:v>
                </c:pt>
                <c:pt idx="270">
                  <c:v>9.7797927461139897E-2</c:v>
                </c:pt>
                <c:pt idx="271">
                  <c:v>9.585492227979274E-2</c:v>
                </c:pt>
                <c:pt idx="272">
                  <c:v>0.11917098445595854</c:v>
                </c:pt>
                <c:pt idx="273">
                  <c:v>0.19863680623174293</c:v>
                </c:pt>
                <c:pt idx="274">
                  <c:v>0.20934761441090555</c:v>
                </c:pt>
                <c:pt idx="275">
                  <c:v>0.19279454722492698</c:v>
                </c:pt>
                <c:pt idx="276">
                  <c:v>0.19376825705939629</c:v>
                </c:pt>
                <c:pt idx="277">
                  <c:v>0.1830574488802337</c:v>
                </c:pt>
                <c:pt idx="278">
                  <c:v>0.19182083739045763</c:v>
                </c:pt>
                <c:pt idx="279">
                  <c:v>0.186952288218111</c:v>
                </c:pt>
                <c:pt idx="280">
                  <c:v>0.19474196689386564</c:v>
                </c:pt>
                <c:pt idx="281">
                  <c:v>0.186952288218111</c:v>
                </c:pt>
                <c:pt idx="282">
                  <c:v>0.16747809152872445</c:v>
                </c:pt>
                <c:pt idx="283">
                  <c:v>0.15579357351509251</c:v>
                </c:pt>
                <c:pt idx="284">
                  <c:v>0.16358325219084713</c:v>
                </c:pt>
                <c:pt idx="285">
                  <c:v>0.1665043816942551</c:v>
                </c:pt>
                <c:pt idx="286">
                  <c:v>0.14995131450827653</c:v>
                </c:pt>
                <c:pt idx="287">
                  <c:v>0.14216163583252192</c:v>
                </c:pt>
                <c:pt idx="288">
                  <c:v>0.16163583252190847</c:v>
                </c:pt>
                <c:pt idx="289">
                  <c:v>0.13047711781888996</c:v>
                </c:pt>
                <c:pt idx="290">
                  <c:v>0.1450827653359299</c:v>
                </c:pt>
                <c:pt idx="291">
                  <c:v>0.12852969814995133</c:v>
                </c:pt>
                <c:pt idx="292">
                  <c:v>0.12755598831548198</c:v>
                </c:pt>
                <c:pt idx="293">
                  <c:v>0.10126582278481013</c:v>
                </c:pt>
                <c:pt idx="294">
                  <c:v>0.10223953261927946</c:v>
                </c:pt>
                <c:pt idx="295">
                  <c:v>0.10223953261927946</c:v>
                </c:pt>
                <c:pt idx="296">
                  <c:v>8.7633885102239531E-2</c:v>
                </c:pt>
                <c:pt idx="297">
                  <c:v>9.8344693281402148E-2</c:v>
                </c:pt>
                <c:pt idx="298">
                  <c:v>8.9581304771178191E-2</c:v>
                </c:pt>
                <c:pt idx="299">
                  <c:v>6.621226874391431E-2</c:v>
                </c:pt>
                <c:pt idx="300">
                  <c:v>7.3028237585199607E-2</c:v>
                </c:pt>
                <c:pt idx="301">
                  <c:v>7.108081791626096E-2</c:v>
                </c:pt>
                <c:pt idx="302">
                  <c:v>6.91333982473223E-2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941-4169-BB2D-57AF9E997A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94199504"/>
        <c:axId val="594203112"/>
      </c:lineChart>
      <c:catAx>
        <c:axId val="594199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27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94203112"/>
        <c:crosses val="autoZero"/>
        <c:auto val="1"/>
        <c:lblAlgn val="ctr"/>
        <c:lblOffset val="100"/>
        <c:noMultiLvlLbl val="0"/>
      </c:catAx>
      <c:valAx>
        <c:axId val="5942031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94199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0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5513" y="1097280"/>
            <a:ext cx="640911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ru-RU" sz="3200" dirty="0">
                <a:solidFill>
                  <a:srgbClr val="002060"/>
                </a:solidFill>
              </a:rPr>
              <a:t>Введение</a:t>
            </a:r>
          </a:p>
          <a:p>
            <a:r>
              <a:rPr lang="ru-RU" sz="3200" dirty="0">
                <a:solidFill>
                  <a:srgbClr val="002060"/>
                </a:solidFill>
              </a:rPr>
              <a:t>2. Основные показатели </a:t>
            </a:r>
          </a:p>
          <a:p>
            <a:r>
              <a:rPr lang="ru-RU" sz="3200" dirty="0">
                <a:solidFill>
                  <a:srgbClr val="002060"/>
                </a:solidFill>
              </a:rPr>
              <a:t>Витрины</a:t>
            </a:r>
          </a:p>
          <a:p>
            <a:r>
              <a:rPr lang="ru-RU" sz="3200" dirty="0">
                <a:solidFill>
                  <a:srgbClr val="002060"/>
                </a:solidFill>
              </a:rPr>
              <a:t>3.Технические проблемы</a:t>
            </a:r>
          </a:p>
          <a:p>
            <a:r>
              <a:rPr lang="ru-RU" sz="3200" dirty="0">
                <a:solidFill>
                  <a:srgbClr val="002060"/>
                </a:solidFill>
              </a:rPr>
              <a:t>4. Маркетинговая активность</a:t>
            </a:r>
          </a:p>
          <a:p>
            <a:r>
              <a:rPr lang="ru-RU" sz="3200" dirty="0">
                <a:solidFill>
                  <a:srgbClr val="002060"/>
                </a:solidFill>
              </a:rPr>
              <a:t>5. Финансовые показатели</a:t>
            </a:r>
          </a:p>
          <a:p>
            <a:r>
              <a:rPr lang="ru-RU" sz="3200" dirty="0">
                <a:solidFill>
                  <a:srgbClr val="002060"/>
                </a:solidFill>
              </a:rPr>
              <a:t>6. Монетарные расчеты</a:t>
            </a:r>
          </a:p>
          <a:p>
            <a:r>
              <a:rPr lang="ru-RU" sz="3200" dirty="0">
                <a:solidFill>
                  <a:srgbClr val="002060"/>
                </a:solidFill>
              </a:rPr>
              <a:t>7. Описание лояльных пользователей и их метрики</a:t>
            </a:r>
          </a:p>
          <a:p>
            <a:r>
              <a:rPr lang="ru-RU" sz="3200" dirty="0">
                <a:solidFill>
                  <a:srgbClr val="002060"/>
                </a:solidFill>
              </a:rPr>
              <a:t>8. Выводы</a:t>
            </a:r>
          </a:p>
        </p:txBody>
      </p:sp>
    </p:spTree>
    <p:extLst>
      <p:ext uri="{BB962C8B-B14F-4D97-AF65-F5344CB8AC3E}">
        <p14:creationId xmlns:p14="http://schemas.microsoft.com/office/powerpoint/2010/main" val="423340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36371" y="399011"/>
            <a:ext cx="5877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rgbClr val="002060"/>
                </a:solidFill>
              </a:rPr>
              <a:t>1. Введение.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45178"/>
            <a:ext cx="856210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002060"/>
                </a:solidFill>
              </a:rPr>
              <a:t>На протяжении последних месяцев вы анализировали игру </a:t>
            </a:r>
            <a:r>
              <a:rPr lang="ru-RU" sz="2800" dirty="0" err="1">
                <a:solidFill>
                  <a:srgbClr val="002060"/>
                </a:solidFill>
              </a:rPr>
              <a:t>Zombie</a:t>
            </a:r>
            <a:r>
              <a:rPr lang="ru-RU" sz="2800" dirty="0">
                <a:solidFill>
                  <a:srgbClr val="002060"/>
                </a:solidFill>
              </a:rPr>
              <a:t> </a:t>
            </a:r>
            <a:r>
              <a:rPr lang="ru-RU" sz="2800" dirty="0" err="1">
                <a:solidFill>
                  <a:srgbClr val="002060"/>
                </a:solidFill>
              </a:rPr>
              <a:t>Revolution</a:t>
            </a:r>
            <a:r>
              <a:rPr lang="ru-RU" sz="2800" dirty="0">
                <a:solidFill>
                  <a:srgbClr val="002060"/>
                </a:solidFill>
              </a:rPr>
              <a:t>, ее популярность и монетизацию</a:t>
            </a:r>
            <a:r>
              <a:rPr lang="ru-RU" sz="2800" dirty="0"/>
              <a:t>.</a:t>
            </a:r>
          </a:p>
          <a:p>
            <a:endParaRPr lang="ru-RU" sz="2800" dirty="0">
              <a:solidFill>
                <a:srgbClr val="002060"/>
              </a:solidFill>
            </a:endParaRPr>
          </a:p>
          <a:p>
            <a:r>
              <a:rPr lang="ru-RU" sz="2800" dirty="0">
                <a:solidFill>
                  <a:srgbClr val="002060"/>
                </a:solidFill>
              </a:rPr>
              <a:t>В данной курсовой работе я представлю</a:t>
            </a:r>
            <a:r>
              <a:rPr lang="en-US" sz="2800" dirty="0">
                <a:solidFill>
                  <a:srgbClr val="002060"/>
                </a:solidFill>
              </a:rPr>
              <a:t>: </a:t>
            </a:r>
            <a:r>
              <a:rPr lang="ru-RU" sz="2800" dirty="0">
                <a:solidFill>
                  <a:srgbClr val="002060"/>
                </a:solidFill>
              </a:rPr>
              <a:t>основные метрики, технические проблемы, результаты маркетинговых акций.</a:t>
            </a:r>
          </a:p>
        </p:txBody>
      </p:sp>
    </p:spTree>
    <p:extLst>
      <p:ext uri="{BB962C8B-B14F-4D97-AF65-F5344CB8AC3E}">
        <p14:creationId xmlns:p14="http://schemas.microsoft.com/office/powerpoint/2010/main" val="849237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19993" y="257695"/>
            <a:ext cx="6691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rgbClr val="002060"/>
                </a:solidFill>
              </a:rPr>
              <a:t>2. Основные показатели.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0945" y="1371600"/>
            <a:ext cx="89029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2060"/>
                </a:solidFill>
              </a:rPr>
              <a:t>В нашей витрине представлен период с 1 июля 2022 г. п 30 апреля 2023 г.</a:t>
            </a:r>
          </a:p>
          <a:p>
            <a:endParaRPr lang="ru-RU" dirty="0">
              <a:solidFill>
                <a:srgbClr val="002060"/>
              </a:solidFill>
            </a:endParaRPr>
          </a:p>
          <a:p>
            <a:r>
              <a:rPr lang="ru-RU" dirty="0">
                <a:solidFill>
                  <a:srgbClr val="002060"/>
                </a:solidFill>
              </a:rPr>
              <a:t> За это время у нас в игре зарегистрировалось 3101 пользователей.</a:t>
            </a:r>
          </a:p>
          <a:p>
            <a:r>
              <a:rPr lang="ru-RU" dirty="0">
                <a:solidFill>
                  <a:srgbClr val="002060"/>
                </a:solidFill>
              </a:rPr>
              <a:t>Из них уникальных 3078 пользователей.</a:t>
            </a:r>
          </a:p>
          <a:p>
            <a:r>
              <a:rPr lang="ru-RU" dirty="0">
                <a:solidFill>
                  <a:srgbClr val="002060"/>
                </a:solidFill>
              </a:rPr>
              <a:t>Зарегистрировавшихся несколько раз менее 1 %</a:t>
            </a:r>
          </a:p>
          <a:p>
            <a:r>
              <a:rPr lang="ru-RU" dirty="0">
                <a:solidFill>
                  <a:srgbClr val="002060"/>
                </a:solidFill>
              </a:rPr>
              <a:t>Пользователи с </a:t>
            </a:r>
            <a:r>
              <a:rPr lang="ru-RU" dirty="0" err="1">
                <a:solidFill>
                  <a:srgbClr val="002060"/>
                </a:solidFill>
              </a:rPr>
              <a:t>отцсутсвием</a:t>
            </a:r>
            <a:r>
              <a:rPr lang="ru-RU" dirty="0">
                <a:solidFill>
                  <a:srgbClr val="002060"/>
                </a:solidFill>
              </a:rPr>
              <a:t> даты регистрации не выявлены.</a:t>
            </a:r>
          </a:p>
        </p:txBody>
      </p:sp>
      <p:graphicFrame>
        <p:nvGraphicFramePr>
          <p:cNvPr id="5" name="Диаграмма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0848123"/>
              </p:ext>
            </p:extLst>
          </p:nvPr>
        </p:nvGraphicFramePr>
        <p:xfrm>
          <a:off x="500063" y="3300153"/>
          <a:ext cx="6931515" cy="2793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49240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Диаграмма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5649625"/>
              </p:ext>
            </p:extLst>
          </p:nvPr>
        </p:nvGraphicFramePr>
        <p:xfrm>
          <a:off x="147897" y="190413"/>
          <a:ext cx="7358496" cy="39576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82385" y="4513811"/>
            <a:ext cx="7298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2060"/>
                </a:solidFill>
              </a:rPr>
              <a:t>Динамика сессий показывает стабильный рост с минимальной активностью пользователей в декабре 2022 г. и резким ростом с максимальными показателями в марте 2023 г.</a:t>
            </a:r>
          </a:p>
        </p:txBody>
      </p:sp>
    </p:spTree>
    <p:extLst>
      <p:ext uri="{BB962C8B-B14F-4D97-AF65-F5344CB8AC3E}">
        <p14:creationId xmlns:p14="http://schemas.microsoft.com/office/powerpoint/2010/main" val="1668467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Диаграмма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6521380"/>
              </p:ext>
            </p:extLst>
          </p:nvPr>
        </p:nvGraphicFramePr>
        <p:xfrm>
          <a:off x="266008" y="262283"/>
          <a:ext cx="8794865" cy="36613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56953" y="4430684"/>
            <a:ext cx="81215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2060"/>
                </a:solidFill>
              </a:rPr>
              <a:t>Доля сессий дольше 5 минут варьируется от 65 до 77 % на протяжении всего исследования.</a:t>
            </a:r>
          </a:p>
          <a:p>
            <a:r>
              <a:rPr lang="ru-RU" dirty="0">
                <a:solidFill>
                  <a:srgbClr val="002060"/>
                </a:solidFill>
              </a:rPr>
              <a:t>Минимальный показатель так же зафиксирован в декабре 2022 г.</a:t>
            </a:r>
          </a:p>
        </p:txBody>
      </p:sp>
    </p:spTree>
    <p:extLst>
      <p:ext uri="{BB962C8B-B14F-4D97-AF65-F5344CB8AC3E}">
        <p14:creationId xmlns:p14="http://schemas.microsoft.com/office/powerpoint/2010/main" val="2759329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795836"/>
              </p:ext>
            </p:extLst>
          </p:nvPr>
        </p:nvGraphicFramePr>
        <p:xfrm>
          <a:off x="174958" y="119163"/>
          <a:ext cx="4165600" cy="2095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3638794569"/>
                    </a:ext>
                  </a:extLst>
                </a:gridCol>
                <a:gridCol w="3213100">
                  <a:extLst>
                    <a:ext uri="{9D8B030D-6E8A-4147-A177-3AD203B41FA5}">
                      <a16:colId xmlns:a16="http://schemas.microsoft.com/office/drawing/2014/main" val="63898395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месяц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Средняя продолжительность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6669648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01.07.2022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2 hours 13 mins 7.769315 secs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310814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01.08.2022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2 hours 19 mins 22.917398 secs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247172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01.09.2022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2 hours 16 mins 33.93586 secs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540749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01.10.2022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2 hours 22 mins 17.412935 secs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159782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01.11.2022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2 hours 30 mins 58.850758 secs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362742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01.12.2022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2 hours 43 mins 52.254902 secs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555143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01.01.2023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2 hours 23 mins 59.560563 secs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533392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01.02.2023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 hours 17 mins 22.354878 secs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61183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01.03.2023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 5 hours 32 mins 9.519898 secs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11872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>
                          <a:effectLst/>
                        </a:rPr>
                        <a:t>01.04.2023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 2 hours 20 </a:t>
                      </a:r>
                      <a:r>
                        <a:rPr lang="en-US" sz="1100" u="none" strike="noStrike" dirty="0" err="1">
                          <a:effectLst/>
                        </a:rPr>
                        <a:t>mins</a:t>
                      </a:r>
                      <a:r>
                        <a:rPr lang="en-US" sz="1100" u="none" strike="noStrike" dirty="0">
                          <a:effectLst/>
                        </a:rPr>
                        <a:t> 3.755782 secs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93510084"/>
                  </a:ext>
                </a:extLst>
              </a:tr>
            </a:tbl>
          </a:graphicData>
        </a:graphic>
      </p:graphicFrame>
      <p:graphicFrame>
        <p:nvGraphicFramePr>
          <p:cNvPr id="3" name="Диаграмма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1932266"/>
              </p:ext>
            </p:extLst>
          </p:nvPr>
        </p:nvGraphicFramePr>
        <p:xfrm>
          <a:off x="372253" y="2624224"/>
          <a:ext cx="6276975" cy="3371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962698" y="349135"/>
            <a:ext cx="40649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2060"/>
                </a:solidFill>
              </a:rPr>
              <a:t>Средняя продолжительность </a:t>
            </a:r>
            <a:r>
              <a:rPr lang="ru-RU" dirty="0" err="1">
                <a:solidFill>
                  <a:srgbClr val="002060"/>
                </a:solidFill>
              </a:rPr>
              <a:t>сесий</a:t>
            </a:r>
            <a:r>
              <a:rPr lang="ru-RU" dirty="0">
                <a:solidFill>
                  <a:srgbClr val="002060"/>
                </a:solidFill>
              </a:rPr>
              <a:t> по месяцам </a:t>
            </a:r>
            <a:r>
              <a:rPr lang="ru-RU" dirty="0" err="1">
                <a:solidFill>
                  <a:srgbClr val="002060"/>
                </a:solidFill>
              </a:rPr>
              <a:t>варируется</a:t>
            </a:r>
            <a:r>
              <a:rPr lang="ru-RU" dirty="0">
                <a:solidFill>
                  <a:srgbClr val="002060"/>
                </a:solidFill>
              </a:rPr>
              <a:t> от 2 часов 13 минут до 2 часов 43 минут.</a:t>
            </a:r>
          </a:p>
          <a:p>
            <a:r>
              <a:rPr lang="ru-RU" dirty="0" err="1">
                <a:solidFill>
                  <a:srgbClr val="002060"/>
                </a:solidFill>
              </a:rPr>
              <a:t>Анамальное</a:t>
            </a:r>
            <a:r>
              <a:rPr lang="ru-RU" dirty="0">
                <a:solidFill>
                  <a:srgbClr val="002060"/>
                </a:solidFill>
              </a:rPr>
              <a:t> увеличение </a:t>
            </a:r>
            <a:r>
              <a:rPr lang="ru-RU" dirty="0" err="1">
                <a:solidFill>
                  <a:srgbClr val="002060"/>
                </a:solidFill>
              </a:rPr>
              <a:t>времяни</a:t>
            </a:r>
            <a:r>
              <a:rPr lang="ru-RU" dirty="0">
                <a:solidFill>
                  <a:srgbClr val="002060"/>
                </a:solidFill>
              </a:rPr>
              <a:t> сессий </a:t>
            </a:r>
            <a:r>
              <a:rPr lang="ru-RU" dirty="0" err="1">
                <a:solidFill>
                  <a:srgbClr val="002060"/>
                </a:solidFill>
              </a:rPr>
              <a:t>наблюдаеться</a:t>
            </a:r>
            <a:r>
              <a:rPr lang="ru-RU" dirty="0">
                <a:solidFill>
                  <a:srgbClr val="002060"/>
                </a:solidFill>
              </a:rPr>
              <a:t> в марте 2023 г. до </a:t>
            </a:r>
            <a:r>
              <a:rPr lang="ru-RU" b="1" u="sng" dirty="0">
                <a:solidFill>
                  <a:srgbClr val="002060"/>
                </a:solidFill>
              </a:rPr>
              <a:t>5 часов 32 минут.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95160" y="3167149"/>
            <a:ext cx="25727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</a:rPr>
              <a:t>Доля сессий дольше 1го часа </a:t>
            </a:r>
            <a:r>
              <a:rPr lang="ru-RU" sz="1600" dirty="0" err="1">
                <a:solidFill>
                  <a:srgbClr val="002060"/>
                </a:solidFill>
              </a:rPr>
              <a:t>варируеться</a:t>
            </a:r>
            <a:r>
              <a:rPr lang="ru-RU" sz="1600" dirty="0">
                <a:solidFill>
                  <a:srgbClr val="002060"/>
                </a:solidFill>
              </a:rPr>
              <a:t> от 64 % до 70 % с просадкой до 56 % в декабре 2022 г.</a:t>
            </a:r>
          </a:p>
        </p:txBody>
      </p:sp>
    </p:spTree>
    <p:extLst>
      <p:ext uri="{BB962C8B-B14F-4D97-AF65-F5344CB8AC3E}">
        <p14:creationId xmlns:p14="http://schemas.microsoft.com/office/powerpoint/2010/main" val="3696728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2262" y="556953"/>
            <a:ext cx="890293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rgbClr val="002060"/>
                </a:solidFill>
              </a:rPr>
              <a:t>В игре  </a:t>
            </a:r>
            <a:r>
              <a:rPr lang="ru-RU" sz="4000" b="1" u="sng" dirty="0">
                <a:solidFill>
                  <a:srgbClr val="002060"/>
                </a:solidFill>
              </a:rPr>
              <a:t>2 992 </a:t>
            </a:r>
            <a:r>
              <a:rPr lang="ru-RU" sz="4000" dirty="0">
                <a:solidFill>
                  <a:srgbClr val="002060"/>
                </a:solidFill>
              </a:rPr>
              <a:t>пользователя отправили </a:t>
            </a:r>
            <a:r>
              <a:rPr lang="ru-RU" sz="4000" b="1" u="sng" dirty="0">
                <a:solidFill>
                  <a:srgbClr val="002060"/>
                </a:solidFill>
              </a:rPr>
              <a:t>7 933 </a:t>
            </a:r>
            <a:r>
              <a:rPr lang="ru-RU" sz="4000" dirty="0">
                <a:solidFill>
                  <a:srgbClr val="002060"/>
                </a:solidFill>
              </a:rPr>
              <a:t>приглашений в игру</a:t>
            </a:r>
          </a:p>
          <a:p>
            <a:endParaRPr lang="ru-RU" sz="4000" dirty="0">
              <a:solidFill>
                <a:srgbClr val="002060"/>
              </a:solidFill>
            </a:endParaRPr>
          </a:p>
          <a:p>
            <a:r>
              <a:rPr lang="ru-RU" sz="4000" dirty="0">
                <a:solidFill>
                  <a:srgbClr val="002060"/>
                </a:solidFill>
              </a:rPr>
              <a:t>Доля установивших  игру составляет </a:t>
            </a:r>
            <a:r>
              <a:rPr lang="ru-RU" sz="4000" b="1" u="sng" dirty="0">
                <a:solidFill>
                  <a:srgbClr val="002060"/>
                </a:solidFill>
              </a:rPr>
              <a:t>36 %</a:t>
            </a:r>
          </a:p>
          <a:p>
            <a:endParaRPr lang="ru-RU" b="1" u="sng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625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7695" y="216131"/>
            <a:ext cx="9135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3</a:t>
            </a:r>
            <a:r>
              <a:rPr lang="ru-RU" sz="2800" dirty="0">
                <a:solidFill>
                  <a:srgbClr val="002060"/>
                </a:solidFill>
              </a:rPr>
              <a:t>. Технические </a:t>
            </a:r>
            <a:r>
              <a:rPr lang="ru-RU" sz="2800" dirty="0" err="1">
                <a:solidFill>
                  <a:srgbClr val="002060"/>
                </a:solidFill>
              </a:rPr>
              <a:t>проблеммы</a:t>
            </a:r>
            <a:endParaRPr lang="ru-RU" sz="2800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7942" y="1238596"/>
            <a:ext cx="934350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002060"/>
                </a:solidFill>
              </a:rPr>
              <a:t>В ходе исследования выявлено </a:t>
            </a:r>
            <a:r>
              <a:rPr lang="ru-RU" sz="2800" b="1" u="sng" dirty="0">
                <a:solidFill>
                  <a:srgbClr val="002060"/>
                </a:solidFill>
              </a:rPr>
              <a:t>3 287 </a:t>
            </a:r>
            <a:r>
              <a:rPr lang="ru-RU" sz="2800" dirty="0">
                <a:solidFill>
                  <a:srgbClr val="002060"/>
                </a:solidFill>
              </a:rPr>
              <a:t>не завершенных игровых сессий.</a:t>
            </a:r>
          </a:p>
          <a:p>
            <a:r>
              <a:rPr lang="ru-RU" sz="2800" dirty="0">
                <a:solidFill>
                  <a:srgbClr val="002060"/>
                </a:solidFill>
              </a:rPr>
              <a:t>Это </a:t>
            </a:r>
            <a:r>
              <a:rPr lang="ru-RU" sz="2800" b="1" u="sng" dirty="0">
                <a:solidFill>
                  <a:srgbClr val="002060"/>
                </a:solidFill>
              </a:rPr>
              <a:t>12 %</a:t>
            </a:r>
            <a:r>
              <a:rPr lang="ru-RU" sz="2800" dirty="0">
                <a:solidFill>
                  <a:srgbClr val="002060"/>
                </a:solidFill>
              </a:rPr>
              <a:t> от общей статистики данных.</a:t>
            </a:r>
          </a:p>
          <a:p>
            <a:endParaRPr lang="ru-RU" sz="2800" dirty="0">
              <a:solidFill>
                <a:srgbClr val="002060"/>
              </a:solidFill>
            </a:endParaRPr>
          </a:p>
          <a:p>
            <a:r>
              <a:rPr lang="ru-RU" sz="2800" dirty="0">
                <a:solidFill>
                  <a:srgbClr val="002060"/>
                </a:solidFill>
              </a:rPr>
              <a:t>Выявлено, что с устройств на  </a:t>
            </a:r>
            <a:r>
              <a:rPr lang="en-US" sz="2800" dirty="0">
                <a:solidFill>
                  <a:srgbClr val="002060"/>
                </a:solidFill>
              </a:rPr>
              <a:t>iOS </a:t>
            </a:r>
            <a:r>
              <a:rPr lang="ru-RU" sz="2800" dirty="0">
                <a:solidFill>
                  <a:srgbClr val="002060"/>
                </a:solidFill>
              </a:rPr>
              <a:t>поступает основная масса незавершенных сессий и составляет </a:t>
            </a:r>
            <a:r>
              <a:rPr lang="ru-RU" sz="2800" b="1" u="sng" dirty="0">
                <a:solidFill>
                  <a:srgbClr val="002060"/>
                </a:solidFill>
              </a:rPr>
              <a:t>11,69 %</a:t>
            </a:r>
          </a:p>
          <a:p>
            <a:r>
              <a:rPr lang="ru-RU" sz="2800" dirty="0">
                <a:solidFill>
                  <a:srgbClr val="002060"/>
                </a:solidFill>
              </a:rPr>
              <a:t>А с </a:t>
            </a:r>
            <a:r>
              <a:rPr lang="en-US" sz="2800" dirty="0">
                <a:solidFill>
                  <a:srgbClr val="002060"/>
                </a:solidFill>
              </a:rPr>
              <a:t>Android    </a:t>
            </a:r>
            <a:r>
              <a:rPr lang="en-US" sz="2800" b="1" u="sng" dirty="0">
                <a:solidFill>
                  <a:srgbClr val="002060"/>
                </a:solidFill>
              </a:rPr>
              <a:t>0,31 %</a:t>
            </a:r>
            <a:endParaRPr lang="ru-RU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59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1644" y="241069"/>
            <a:ext cx="8503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4. </a:t>
            </a:r>
            <a:r>
              <a:rPr lang="ru-RU" sz="2800" dirty="0">
                <a:solidFill>
                  <a:srgbClr val="002060"/>
                </a:solidFill>
              </a:rPr>
              <a:t>Маркетинговая активность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003" y="1064029"/>
            <a:ext cx="93351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 </a:t>
            </a:r>
            <a:r>
              <a:rPr lang="ru-RU" dirty="0">
                <a:solidFill>
                  <a:srgbClr val="002060"/>
                </a:solidFill>
              </a:rPr>
              <a:t>Отдел маркетинга проводил акцию, по которой более частый заход в игру позволял получить больше бесплатных кристаллов. Акция длилась первые три недели марта 2023 года.</a:t>
            </a:r>
          </a:p>
        </p:txBody>
      </p:sp>
      <p:graphicFrame>
        <p:nvGraphicFramePr>
          <p:cNvPr id="6" name="Диаграмма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91094"/>
              </p:ext>
            </p:extLst>
          </p:nvPr>
        </p:nvGraphicFramePr>
        <p:xfrm>
          <a:off x="133003" y="2098184"/>
          <a:ext cx="9002683" cy="34048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1273" y="5636029"/>
            <a:ext cx="7689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2060"/>
                </a:solidFill>
              </a:rPr>
              <a:t>График показывает успех проводимой акции и активность пользователей выросла более чем на 50 % в марте 2023 года.</a:t>
            </a:r>
          </a:p>
        </p:txBody>
      </p:sp>
    </p:spTree>
    <p:extLst>
      <p:ext uri="{BB962C8B-B14F-4D97-AF65-F5344CB8AC3E}">
        <p14:creationId xmlns:p14="http://schemas.microsoft.com/office/powerpoint/2010/main" val="3299785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Диаграмма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3186468"/>
              </p:ext>
            </p:extLst>
          </p:nvPr>
        </p:nvGraphicFramePr>
        <p:xfrm>
          <a:off x="565265" y="255183"/>
          <a:ext cx="8645237" cy="5133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65265" y="5295207"/>
            <a:ext cx="87699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</a:rPr>
              <a:t>Фактор липучести показывает резкий рост в конце июля 2022 года что связанно с недавним стартом нашей игры, сезонным снижением в декабре 2022 года и провалом показателей месячного фактора связанного с резким </a:t>
            </a:r>
            <a:r>
              <a:rPr lang="ru-RU" sz="1600" dirty="0" err="1">
                <a:solidFill>
                  <a:srgbClr val="002060"/>
                </a:solidFill>
              </a:rPr>
              <a:t>увиличением</a:t>
            </a:r>
            <a:r>
              <a:rPr lang="ru-RU" sz="1600" dirty="0">
                <a:solidFill>
                  <a:srgbClr val="002060"/>
                </a:solidFill>
              </a:rPr>
              <a:t> заходов в игру из-за акции, при этом недельный фактор стабилен.</a:t>
            </a:r>
          </a:p>
        </p:txBody>
      </p:sp>
    </p:spTree>
    <p:extLst>
      <p:ext uri="{BB962C8B-B14F-4D97-AF65-F5344CB8AC3E}">
        <p14:creationId xmlns:p14="http://schemas.microsoft.com/office/powerpoint/2010/main" val="4102864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7590495"/>
              </p:ext>
            </p:extLst>
          </p:nvPr>
        </p:nvGraphicFramePr>
        <p:xfrm>
          <a:off x="208425" y="181379"/>
          <a:ext cx="2581275" cy="496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Лист" r:id="rId3" imgW="2581141" imgH="4962435" progId="Excel.Sheet.12">
                  <p:embed/>
                </p:oleObj>
              </mc:Choice>
              <mc:Fallback>
                <p:oleObj name="Лист" r:id="rId3" imgW="2581141" imgH="496243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8425" y="181379"/>
                        <a:ext cx="2581275" cy="4962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541222" y="540327"/>
            <a:ext cx="558615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002060"/>
                </a:solidFill>
              </a:rPr>
              <a:t>Топ – 25 пользователей по проведенному времени в игре</a:t>
            </a:r>
          </a:p>
          <a:p>
            <a:r>
              <a:rPr lang="ru-RU" sz="2800" dirty="0">
                <a:solidFill>
                  <a:srgbClr val="002060"/>
                </a:solidFill>
              </a:rPr>
              <a:t>Показывает что вовлеченные пользователи проводят суммарное время в игре до 6 дней.</a:t>
            </a:r>
          </a:p>
        </p:txBody>
      </p:sp>
    </p:spTree>
    <p:extLst>
      <p:ext uri="{BB962C8B-B14F-4D97-AF65-F5344CB8AC3E}">
        <p14:creationId xmlns:p14="http://schemas.microsoft.com/office/powerpoint/2010/main" val="2467028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46" y="814647"/>
            <a:ext cx="6715406" cy="32087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91193"/>
            <a:ext cx="8379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5. </a:t>
            </a:r>
            <a:r>
              <a:rPr lang="ru-RU" sz="2800" dirty="0">
                <a:solidFill>
                  <a:srgbClr val="002060"/>
                </a:solidFill>
              </a:rPr>
              <a:t>Финансовые показатели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6335" y="4705067"/>
            <a:ext cx="6450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2060"/>
                </a:solidFill>
              </a:rPr>
              <a:t>Наибольшую прибыль мы получаем с 3х продуктов </a:t>
            </a:r>
            <a:r>
              <a:rPr lang="en-US" dirty="0">
                <a:solidFill>
                  <a:srgbClr val="002060"/>
                </a:solidFill>
              </a:rPr>
              <a:t>:</a:t>
            </a:r>
            <a:endParaRPr lang="ru-RU" dirty="0">
              <a:solidFill>
                <a:srgbClr val="002060"/>
              </a:solidFill>
            </a:endParaRPr>
          </a:p>
          <a:p>
            <a:endParaRPr lang="ru-RU" dirty="0">
              <a:solidFill>
                <a:srgbClr val="002060"/>
              </a:solidFill>
            </a:endParaRPr>
          </a:p>
          <a:p>
            <a:r>
              <a:rPr lang="ru-RU" dirty="0">
                <a:solidFill>
                  <a:srgbClr val="002060"/>
                </a:solidFill>
              </a:rPr>
              <a:t>1.Кристалы(</a:t>
            </a:r>
            <a:r>
              <a:rPr lang="en-US" dirty="0">
                <a:solidFill>
                  <a:srgbClr val="002060"/>
                </a:solidFill>
              </a:rPr>
              <a:t>Currency)</a:t>
            </a:r>
            <a:endParaRPr lang="ru-RU" dirty="0">
              <a:solidFill>
                <a:srgbClr val="002060"/>
              </a:solidFill>
            </a:endParaRPr>
          </a:p>
          <a:p>
            <a:r>
              <a:rPr lang="ru-RU" dirty="0">
                <a:solidFill>
                  <a:srgbClr val="002060"/>
                </a:solidFill>
              </a:rPr>
              <a:t>2.Патроны</a:t>
            </a:r>
            <a:r>
              <a:rPr lang="en-US" dirty="0">
                <a:solidFill>
                  <a:srgbClr val="002060"/>
                </a:solidFill>
              </a:rPr>
              <a:t>(Ammo)</a:t>
            </a:r>
            <a:endParaRPr lang="ru-RU" dirty="0">
              <a:solidFill>
                <a:srgbClr val="002060"/>
              </a:solidFill>
            </a:endParaRPr>
          </a:p>
          <a:p>
            <a:r>
              <a:rPr lang="ru-RU" dirty="0">
                <a:solidFill>
                  <a:srgbClr val="002060"/>
                </a:solidFill>
              </a:rPr>
              <a:t>3.Материалы</a:t>
            </a:r>
            <a:r>
              <a:rPr lang="en-US" dirty="0">
                <a:solidFill>
                  <a:srgbClr val="002060"/>
                </a:solidFill>
              </a:rPr>
              <a:t>(Materials)</a:t>
            </a:r>
            <a:endParaRPr lang="ru-RU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8127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71" y="1124711"/>
            <a:ext cx="8784314" cy="2931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9833" y="274320"/>
            <a:ext cx="81215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</a:rPr>
              <a:t>С 1 января 2023 года мы увеличили стоимость одного кристалла.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0204" y="4355869"/>
            <a:ext cx="87616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2060"/>
                </a:solidFill>
              </a:rPr>
              <a:t>На графике мы наблюдаем снижение количества покупок кристаллов и такую же выручку. Это свидетельствует что на поднятии цен мы не получили дополнительную выручку.</a:t>
            </a:r>
          </a:p>
          <a:p>
            <a:endParaRPr lang="ru-RU" dirty="0">
              <a:solidFill>
                <a:srgbClr val="002060"/>
              </a:solidFill>
            </a:endParaRPr>
          </a:p>
          <a:p>
            <a:r>
              <a:rPr lang="ru-RU" dirty="0">
                <a:solidFill>
                  <a:srgbClr val="002060"/>
                </a:solidFill>
              </a:rPr>
              <a:t>Положительное влияние оказываю маркетинговые акции марта 2023 года.</a:t>
            </a:r>
          </a:p>
        </p:txBody>
      </p:sp>
    </p:spTree>
    <p:extLst>
      <p:ext uri="{BB962C8B-B14F-4D97-AF65-F5344CB8AC3E}">
        <p14:creationId xmlns:p14="http://schemas.microsoft.com/office/powerpoint/2010/main" val="486432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57" y="324917"/>
            <a:ext cx="8690013" cy="23102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8516" y="2926080"/>
            <a:ext cx="868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err="1">
                <a:solidFill>
                  <a:srgbClr val="002060"/>
                </a:solidFill>
              </a:rPr>
              <a:t>Когортный</a:t>
            </a:r>
            <a:r>
              <a:rPr lang="ru-RU" sz="2800" dirty="0">
                <a:solidFill>
                  <a:srgbClr val="002060"/>
                </a:solidFill>
              </a:rPr>
              <a:t> анализ показал что самая щедрая когорта была в марте 2023 года.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6582" y="4721629"/>
            <a:ext cx="83626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2060"/>
                </a:solidFill>
              </a:rPr>
              <a:t>Примечание</a:t>
            </a:r>
            <a:r>
              <a:rPr lang="en-US" dirty="0">
                <a:solidFill>
                  <a:srgbClr val="002060"/>
                </a:solidFill>
              </a:rPr>
              <a:t>: 1.</a:t>
            </a:r>
            <a:r>
              <a:rPr lang="ru-RU" dirty="0">
                <a:solidFill>
                  <a:srgbClr val="002060"/>
                </a:solidFill>
              </a:rPr>
              <a:t>Завершение всех когорт было в марте, поэтому могут быть завышенные показатели.</a:t>
            </a:r>
          </a:p>
          <a:p>
            <a:r>
              <a:rPr lang="ru-RU" dirty="0">
                <a:solidFill>
                  <a:srgbClr val="002060"/>
                </a:solidFill>
              </a:rPr>
              <a:t>2.Маркетинговая акция марта могла повлиять, так как было </a:t>
            </a:r>
            <a:r>
              <a:rPr lang="ru-RU" dirty="0" err="1">
                <a:solidFill>
                  <a:srgbClr val="002060"/>
                </a:solidFill>
              </a:rPr>
              <a:t>привличенно</a:t>
            </a:r>
            <a:r>
              <a:rPr lang="ru-RU" dirty="0">
                <a:solidFill>
                  <a:srgbClr val="002060"/>
                </a:solidFill>
              </a:rPr>
              <a:t> много пользователей.</a:t>
            </a:r>
          </a:p>
        </p:txBody>
      </p:sp>
    </p:spTree>
    <p:extLst>
      <p:ext uri="{BB962C8B-B14F-4D97-AF65-F5344CB8AC3E}">
        <p14:creationId xmlns:p14="http://schemas.microsoft.com/office/powerpoint/2010/main" val="2970677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0204" y="282633"/>
            <a:ext cx="8861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rgbClr val="002060"/>
                </a:solidFill>
              </a:rPr>
              <a:t>6. Монетарные расчеты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4444" y="1230284"/>
            <a:ext cx="9227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2060"/>
                </a:solidFill>
              </a:rPr>
              <a:t>В ноябре и декабре 2022 года была опробована альтернативная стратегия привлечения клиентов.</a:t>
            </a:r>
          </a:p>
        </p:txBody>
      </p:sp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6013780"/>
              </p:ext>
            </p:extLst>
          </p:nvPr>
        </p:nvGraphicFramePr>
        <p:xfrm>
          <a:off x="224444" y="2103122"/>
          <a:ext cx="5985671" cy="783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Лист" r:id="rId3" imgW="4438744" imgH="581076" progId="Excel.Sheet.12">
                  <p:embed/>
                </p:oleObj>
              </mc:Choice>
              <mc:Fallback>
                <p:oleObj name="Лист" r:id="rId3" imgW="4438744" imgH="58107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4444" y="2103122"/>
                        <a:ext cx="5985671" cy="7835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24444" y="3391593"/>
            <a:ext cx="798853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</a:rPr>
              <a:t>В результате в ноябре и декабре 2022 года среднее время проведенное в игре выросло примерно на 40 минут. Это является успешным показателем на фоне сезонного поведенческого фактора пользователей относительно других метрик в декабре 2022 года.</a:t>
            </a:r>
          </a:p>
        </p:txBody>
      </p:sp>
    </p:spTree>
    <p:extLst>
      <p:ext uri="{BB962C8B-B14F-4D97-AF65-F5344CB8AC3E}">
        <p14:creationId xmlns:p14="http://schemas.microsoft.com/office/powerpoint/2010/main" val="3202495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90698"/>
            <a:ext cx="8337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rgbClr val="002060"/>
                </a:solidFill>
              </a:rPr>
              <a:t>Прогноз когорты.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1" y="1620982"/>
            <a:ext cx="934350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rgbClr val="002060"/>
                </a:solidFill>
              </a:rPr>
              <a:t>K-factor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ru-RU" sz="3200" dirty="0">
                <a:solidFill>
                  <a:srgbClr val="002060"/>
                </a:solidFill>
              </a:rPr>
              <a:t>нашей игры составляет </a:t>
            </a:r>
            <a:r>
              <a:rPr lang="ru-RU" sz="3200" b="1" u="sng" dirty="0">
                <a:solidFill>
                  <a:srgbClr val="002060"/>
                </a:solidFill>
              </a:rPr>
              <a:t>0,93</a:t>
            </a:r>
          </a:p>
          <a:p>
            <a:endParaRPr lang="ru-RU" b="1" dirty="0">
              <a:solidFill>
                <a:srgbClr val="002060"/>
              </a:solidFill>
            </a:endParaRPr>
          </a:p>
          <a:p>
            <a:endParaRPr lang="ru-RU" b="1" dirty="0">
              <a:solidFill>
                <a:srgbClr val="002060"/>
              </a:solidFill>
            </a:endParaRPr>
          </a:p>
          <a:p>
            <a:r>
              <a:rPr lang="ru-RU" sz="3200" dirty="0">
                <a:solidFill>
                  <a:srgbClr val="002060"/>
                </a:solidFill>
              </a:rPr>
              <a:t>Одна будущая среднестатистическая когорта в результате нам принесет  </a:t>
            </a:r>
            <a:r>
              <a:rPr lang="ru-RU" sz="3200" b="1" u="sng" dirty="0">
                <a:solidFill>
                  <a:srgbClr val="002060"/>
                </a:solidFill>
              </a:rPr>
              <a:t>318,53</a:t>
            </a:r>
            <a:r>
              <a:rPr lang="ru-RU" sz="3200" dirty="0">
                <a:solidFill>
                  <a:srgbClr val="002060"/>
                </a:solidFill>
              </a:rPr>
              <a:t> пользователя</a:t>
            </a:r>
            <a:endParaRPr lang="ru-RU" sz="32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678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3825" y="216131"/>
            <a:ext cx="93351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rgbClr val="002060"/>
                </a:solidFill>
              </a:rPr>
              <a:t>7. Лояльные пользователи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316" y="1072342"/>
            <a:ext cx="9551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>
                <a:solidFill>
                  <a:srgbClr val="002060"/>
                </a:solidFill>
              </a:rPr>
              <a:t>   Лояльным</a:t>
            </a:r>
            <a:r>
              <a:rPr lang="ru-RU" dirty="0">
                <a:solidFill>
                  <a:srgbClr val="002060"/>
                </a:solidFill>
              </a:rPr>
              <a:t> считается тот пользователь, который пригласил как минимум троих друзей, из которых как минимум один в результате зарегистрировался в нашей игре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67" y="2051664"/>
            <a:ext cx="8277467" cy="25369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3825" y="5170516"/>
            <a:ext cx="88779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2060"/>
                </a:solidFill>
              </a:rPr>
              <a:t>  </a:t>
            </a:r>
            <a:r>
              <a:rPr lang="en-US" dirty="0">
                <a:solidFill>
                  <a:srgbClr val="002060"/>
                </a:solidFill>
              </a:rPr>
              <a:t>LMAU </a:t>
            </a:r>
            <a:r>
              <a:rPr lang="ru-RU" dirty="0">
                <a:solidFill>
                  <a:srgbClr val="002060"/>
                </a:solidFill>
              </a:rPr>
              <a:t>показывает стабильный рост таких лояльных пользователей с увеличением числа начиная с февраля 2023 года с пиком </a:t>
            </a:r>
            <a:r>
              <a:rPr lang="ru-RU" b="1" u="sng" dirty="0">
                <a:solidFill>
                  <a:srgbClr val="002060"/>
                </a:solidFill>
              </a:rPr>
              <a:t>532</a:t>
            </a:r>
            <a:r>
              <a:rPr lang="ru-RU" dirty="0">
                <a:solidFill>
                  <a:srgbClr val="002060"/>
                </a:solidFill>
              </a:rPr>
              <a:t> пользователя в марте 2023 года.</a:t>
            </a:r>
          </a:p>
        </p:txBody>
      </p:sp>
    </p:spTree>
    <p:extLst>
      <p:ext uri="{BB962C8B-B14F-4D97-AF65-F5344CB8AC3E}">
        <p14:creationId xmlns:p14="http://schemas.microsoft.com/office/powerpoint/2010/main" val="13283746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5265" y="349135"/>
            <a:ext cx="8844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>
                <a:solidFill>
                  <a:srgbClr val="002060"/>
                </a:solidFill>
              </a:rPr>
              <a:t>   Лояльным</a:t>
            </a:r>
            <a:r>
              <a:rPr lang="ru-RU" dirty="0">
                <a:solidFill>
                  <a:srgbClr val="002060"/>
                </a:solidFill>
              </a:rPr>
              <a:t> считается тот пользователь, который заплатил суммарно больше 1000 рублей за всё время (не строго).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75" y="1390120"/>
            <a:ext cx="8826250" cy="2591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3623" y="4488873"/>
            <a:ext cx="87533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</a:rPr>
              <a:t>Стабильный рост лояльных пользователей в пиковым значением </a:t>
            </a:r>
            <a:r>
              <a:rPr lang="ru-RU" sz="2400" b="1" u="sng" dirty="0">
                <a:solidFill>
                  <a:srgbClr val="002060"/>
                </a:solidFill>
              </a:rPr>
              <a:t>230</a:t>
            </a:r>
            <a:r>
              <a:rPr lang="ru-RU" sz="2400" dirty="0">
                <a:solidFill>
                  <a:srgbClr val="002060"/>
                </a:solidFill>
              </a:rPr>
              <a:t> пользователей в марте 2023 года</a:t>
            </a:r>
          </a:p>
        </p:txBody>
      </p:sp>
    </p:spTree>
    <p:extLst>
      <p:ext uri="{BB962C8B-B14F-4D97-AF65-F5344CB8AC3E}">
        <p14:creationId xmlns:p14="http://schemas.microsoft.com/office/powerpoint/2010/main" val="1872492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9135" y="324196"/>
            <a:ext cx="9019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2060"/>
                </a:solidFill>
              </a:rPr>
              <a:t>   </a:t>
            </a:r>
            <a:r>
              <a:rPr lang="ru-RU" sz="2400" dirty="0">
                <a:solidFill>
                  <a:srgbClr val="002060"/>
                </a:solidFill>
              </a:rPr>
              <a:t>Пользователи которые и пригласили более 3х друзей и суммарно потратили больше 1000 рублей.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70" y="1578503"/>
            <a:ext cx="8846352" cy="24614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5670" y="4463295"/>
            <a:ext cx="87865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2060"/>
                </a:solidFill>
              </a:rPr>
              <a:t>  </a:t>
            </a:r>
            <a:r>
              <a:rPr lang="ru-RU" sz="2400" dirty="0">
                <a:solidFill>
                  <a:srgbClr val="002060"/>
                </a:solidFill>
              </a:rPr>
              <a:t>Так же демонстрируют рост и пиковое значение </a:t>
            </a:r>
            <a:r>
              <a:rPr lang="ru-RU" sz="2400" b="1" u="sng" dirty="0">
                <a:solidFill>
                  <a:srgbClr val="002060"/>
                </a:solidFill>
              </a:rPr>
              <a:t>76 </a:t>
            </a:r>
            <a:r>
              <a:rPr lang="ru-RU" sz="2400" dirty="0">
                <a:solidFill>
                  <a:srgbClr val="002060"/>
                </a:solidFill>
              </a:rPr>
              <a:t>пользователей в марте 2023 года.</a:t>
            </a:r>
          </a:p>
        </p:txBody>
      </p:sp>
    </p:spTree>
    <p:extLst>
      <p:ext uri="{BB962C8B-B14F-4D97-AF65-F5344CB8AC3E}">
        <p14:creationId xmlns:p14="http://schemas.microsoft.com/office/powerpoint/2010/main" val="35490663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63" y="1453910"/>
            <a:ext cx="8943177" cy="25943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2262" y="307571"/>
            <a:ext cx="8761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</a:rPr>
              <a:t>  Чтобы считаться </a:t>
            </a:r>
            <a:r>
              <a:rPr lang="ru-RU" sz="2400" i="1" dirty="0">
                <a:solidFill>
                  <a:srgbClr val="002060"/>
                </a:solidFill>
              </a:rPr>
              <a:t>лояльным</a:t>
            </a:r>
            <a:r>
              <a:rPr lang="ru-RU" sz="2400" dirty="0">
                <a:solidFill>
                  <a:srgbClr val="002060"/>
                </a:solidFill>
              </a:rPr>
              <a:t>, клиенту необходимо удовлетворять </a:t>
            </a:r>
            <a:r>
              <a:rPr lang="ru-RU" sz="2400" b="1" dirty="0">
                <a:solidFill>
                  <a:srgbClr val="002060"/>
                </a:solidFill>
              </a:rPr>
              <a:t>хотя бы одному</a:t>
            </a:r>
            <a:r>
              <a:rPr lang="ru-RU" sz="2400" dirty="0">
                <a:solidFill>
                  <a:srgbClr val="002060"/>
                </a:solidFill>
              </a:rPr>
              <a:t> условию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262" y="4272742"/>
            <a:ext cx="9019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</a:rPr>
              <a:t>Так же отмечается рост таких клиентов с пиковым значением </a:t>
            </a:r>
            <a:r>
              <a:rPr lang="ru-RU" sz="2400" b="1" u="sng" dirty="0">
                <a:solidFill>
                  <a:srgbClr val="002060"/>
                </a:solidFill>
              </a:rPr>
              <a:t>686 </a:t>
            </a:r>
            <a:r>
              <a:rPr lang="ru-RU" sz="2400" dirty="0">
                <a:solidFill>
                  <a:srgbClr val="002060"/>
                </a:solidFill>
              </a:rPr>
              <a:t>в марте 2023 года.</a:t>
            </a:r>
            <a:endParaRPr lang="ru-RU" sz="2400" b="1" u="sng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6729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365760"/>
            <a:ext cx="90026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002060"/>
                </a:solidFill>
              </a:rPr>
              <a:t>  Лояльными считается пользователь, который входит в топ-30 пользователей по средним выплатам за один месяц своей жизни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2633" y="1321724"/>
            <a:ext cx="9202189" cy="5012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2966328"/>
              </p:ext>
            </p:extLst>
          </p:nvPr>
        </p:nvGraphicFramePr>
        <p:xfrm>
          <a:off x="582930" y="1073646"/>
          <a:ext cx="7128661" cy="5451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Лист" r:id="rId3" imgW="7734401" imgH="5915025" progId="Excel.Sheet.12">
                  <p:embed/>
                </p:oleObj>
              </mc:Choice>
              <mc:Fallback>
                <p:oleObj name="Лист" r:id="rId3" imgW="7734401" imgH="59150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2930" y="1073646"/>
                        <a:ext cx="7128661" cy="5451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885859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3455" y="340822"/>
            <a:ext cx="86202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rgbClr val="002060"/>
                </a:solidFill>
              </a:rPr>
              <a:t>8. 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629" y="1172095"/>
            <a:ext cx="945988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dirty="0">
                <a:solidFill>
                  <a:srgbClr val="002060"/>
                </a:solidFill>
              </a:rPr>
              <a:t>Основные показатели игры показывают стабильный рост с начала 2023 года.</a:t>
            </a:r>
          </a:p>
          <a:p>
            <a:pPr marL="342900" indent="-342900">
              <a:buAutoNum type="arabicPeriod"/>
            </a:pPr>
            <a:endParaRPr lang="ru-RU" dirty="0">
              <a:solidFill>
                <a:srgbClr val="002060"/>
              </a:solidFill>
            </a:endParaRPr>
          </a:p>
          <a:p>
            <a:pPr marL="342900" indent="-342900">
              <a:buAutoNum type="arabicPeriod"/>
            </a:pPr>
            <a:r>
              <a:rPr lang="ru-RU" dirty="0">
                <a:solidFill>
                  <a:srgbClr val="002060"/>
                </a:solidFill>
              </a:rPr>
              <a:t>Выявлены технические проблемы с отображением завершения сессий с устройств на базе </a:t>
            </a:r>
            <a:r>
              <a:rPr lang="en-US" dirty="0">
                <a:solidFill>
                  <a:srgbClr val="002060"/>
                </a:solidFill>
              </a:rPr>
              <a:t>iOS. </a:t>
            </a:r>
            <a:r>
              <a:rPr lang="ru-RU" dirty="0">
                <a:solidFill>
                  <a:srgbClr val="002060"/>
                </a:solidFill>
              </a:rPr>
              <a:t>Рекомендация обратиться в дата центр и разработчикам ПО.</a:t>
            </a:r>
          </a:p>
          <a:p>
            <a:pPr marL="342900" indent="-342900">
              <a:buAutoNum type="arabicPeriod"/>
            </a:pPr>
            <a:endParaRPr lang="ru-RU" dirty="0">
              <a:solidFill>
                <a:srgbClr val="002060"/>
              </a:solidFill>
            </a:endParaRPr>
          </a:p>
          <a:p>
            <a:pPr marL="342900" indent="-342900">
              <a:buAutoNum type="arabicPeriod"/>
            </a:pPr>
            <a:r>
              <a:rPr lang="ru-RU" dirty="0">
                <a:solidFill>
                  <a:srgbClr val="002060"/>
                </a:solidFill>
              </a:rPr>
              <a:t>Маркетинговые акции проводимые в марте 2023 года оказали благоприятное воздействия на метрики.</a:t>
            </a:r>
          </a:p>
          <a:p>
            <a:pPr marL="342900" indent="-342900">
              <a:buAutoNum type="arabicPeriod"/>
            </a:pPr>
            <a:endParaRPr lang="ru-RU" dirty="0">
              <a:solidFill>
                <a:srgbClr val="002060"/>
              </a:solidFill>
            </a:endParaRPr>
          </a:p>
          <a:p>
            <a:pPr marL="342900" indent="-342900">
              <a:buAutoNum type="arabicPeriod"/>
            </a:pPr>
            <a:r>
              <a:rPr lang="ru-RU" dirty="0">
                <a:solidFill>
                  <a:srgbClr val="002060"/>
                </a:solidFill>
              </a:rPr>
              <a:t>Наибольшую прибыл мы получаем с трех продуктов(Кристаллы, патроны, материалы). Акция с поднятием цены на кристаллы особо не повлияла на выручку. Самая щедрая когорта была в марте 2023 года.</a:t>
            </a:r>
          </a:p>
          <a:p>
            <a:pPr marL="342900" indent="-342900">
              <a:buAutoNum type="arabicPeriod"/>
            </a:pPr>
            <a:endParaRPr lang="ru-RU" dirty="0">
              <a:solidFill>
                <a:srgbClr val="002060"/>
              </a:solidFill>
            </a:endParaRPr>
          </a:p>
          <a:p>
            <a:pPr marL="342900" indent="-342900">
              <a:buAutoNum type="arabicPeriod"/>
            </a:pPr>
            <a:r>
              <a:rPr lang="ru-RU" dirty="0">
                <a:solidFill>
                  <a:srgbClr val="002060"/>
                </a:solidFill>
              </a:rPr>
              <a:t>Акция по привлечению клиентов увеличила среднее продолжительность сессий на 40 минут. Высокий</a:t>
            </a:r>
            <a:r>
              <a:rPr lang="en-US" dirty="0">
                <a:solidFill>
                  <a:srgbClr val="002060"/>
                </a:solidFill>
              </a:rPr>
              <a:t> k-factor </a:t>
            </a:r>
            <a:r>
              <a:rPr lang="ru-RU" dirty="0">
                <a:solidFill>
                  <a:srgbClr val="002060"/>
                </a:solidFill>
              </a:rPr>
              <a:t>и положительная прогнозная когорта.</a:t>
            </a:r>
          </a:p>
          <a:p>
            <a:pPr marL="342900" indent="-342900">
              <a:buAutoNum type="arabicPeriod"/>
            </a:pPr>
            <a:endParaRPr lang="ru-RU" dirty="0">
              <a:solidFill>
                <a:srgbClr val="002060"/>
              </a:solidFill>
            </a:endParaRPr>
          </a:p>
          <a:p>
            <a:pPr marL="342900" indent="-342900">
              <a:buAutoNum type="arabicPeriod"/>
            </a:pPr>
            <a:r>
              <a:rPr lang="ru-RU" dirty="0">
                <a:solidFill>
                  <a:srgbClr val="002060"/>
                </a:solidFill>
              </a:rPr>
              <a:t>Количество лояльных пользователей в игре растет.</a:t>
            </a:r>
          </a:p>
          <a:p>
            <a:pPr marL="342900" indent="-342900">
              <a:buAutoNum type="arabicPeriod"/>
            </a:pPr>
            <a:endParaRPr lang="ru-RU" dirty="0">
              <a:solidFill>
                <a:srgbClr val="002060"/>
              </a:solidFill>
            </a:endParaRPr>
          </a:p>
          <a:p>
            <a:pPr marL="342900" indent="-342900">
              <a:buAutoNum type="arabicPeriod"/>
            </a:pPr>
            <a:endParaRPr lang="ru-RU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2919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2060"/>
                </a:solidFill>
              </a:rPr>
              <a:t>Благодарю за внимание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800263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357</TotalTime>
  <Words>1006</Words>
  <Application>Microsoft Office PowerPoint</Application>
  <PresentationFormat>Широкоэкранный</PresentationFormat>
  <Paragraphs>121</Paragraphs>
  <Slides>23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9" baseType="lpstr">
      <vt:lpstr>Arial</vt:lpstr>
      <vt:lpstr>Calibri</vt:lpstr>
      <vt:lpstr>Trebuchet MS</vt:lpstr>
      <vt:lpstr>Wingdings 3</vt:lpstr>
      <vt:lpstr>Аспект</vt:lpstr>
      <vt:lpstr>Лист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Благодарю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</dc:title>
  <dc:creator>DA 109.2</dc:creator>
  <cp:lastModifiedBy>Сергей</cp:lastModifiedBy>
  <cp:revision>33</cp:revision>
  <dcterms:created xsi:type="dcterms:W3CDTF">2025-01-17T14:11:06Z</dcterms:created>
  <dcterms:modified xsi:type="dcterms:W3CDTF">2026-03-13T07:34:43Z</dcterms:modified>
</cp:coreProperties>
</file>